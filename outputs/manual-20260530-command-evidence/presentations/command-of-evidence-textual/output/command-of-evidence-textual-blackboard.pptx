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533be52efd74d12" /><Relationship Type="http://schemas.openxmlformats.org/officeDocument/2006/relationships/extended-properties" Target="/docProps/app.xml" Id="Rb95b938b41b74cdf" /><Relationship Type="http://schemas.openxmlformats.org/officeDocument/2006/relationships/officeDocument" Target="/ppt/presentation.xml" Id="R9c8be67309f24fdd" /></Relationships>
</file>

<file path=ppt/presentation.xml><?xml version="1.0" encoding="utf-8"?>
<p:presentation xmlns:p="http://schemas.openxmlformats.org/presentationml/2006/main">
  <p:sldMasterIdLst>
    <p:sldMasterId xmlns:r="http://schemas.openxmlformats.org/officeDocument/2006/relationships" id="2147483648" r:id="Rddc7d18711dc48c9"/>
  </p:sldMasterIdLst>
  <p:notesMasterIdLst>
    <p:notesMasterId xmlns:r="http://schemas.openxmlformats.org/officeDocument/2006/relationships" r:id="Rd0d43f4a00284b90"/>
  </p:notesMasterIdLst>
  <p:sldIdLst>
    <p:sldId xmlns:r="http://schemas.openxmlformats.org/officeDocument/2006/relationships" id="256" r:id="R425b06d3d7fd41df"/>
    <p:sldId xmlns:r="http://schemas.openxmlformats.org/officeDocument/2006/relationships" id="257" r:id="Re6c276f859a4482c"/>
    <p:sldId xmlns:r="http://schemas.openxmlformats.org/officeDocument/2006/relationships" id="258" r:id="Rca3a7752ff9a4356"/>
    <p:sldId xmlns:r="http://schemas.openxmlformats.org/officeDocument/2006/relationships" id="259" r:id="Rcc84b30369a948af"/>
    <p:sldId xmlns:r="http://schemas.openxmlformats.org/officeDocument/2006/relationships" id="260" r:id="R4d351d3fac9b4e9c"/>
    <p:sldId xmlns:r="http://schemas.openxmlformats.org/officeDocument/2006/relationships" id="261" r:id="R288a012e5cd249c6"/>
    <p:sldId xmlns:r="http://schemas.openxmlformats.org/officeDocument/2006/relationships" id="262" r:id="R4cbf85bb9ed54081"/>
    <p:sldId xmlns:r="http://schemas.openxmlformats.org/officeDocument/2006/relationships" id="263" r:id="Re5819b71a37843ed"/>
    <p:sldId xmlns:r="http://schemas.openxmlformats.org/officeDocument/2006/relationships" id="264" r:id="R789434531a5149a4"/>
    <p:sldId xmlns:r="http://schemas.openxmlformats.org/officeDocument/2006/relationships" id="265" r:id="R4e2f800d85c24966"/>
    <p:sldId xmlns:r="http://schemas.openxmlformats.org/officeDocument/2006/relationships" id="266" r:id="Rea5f7e76628e45b4"/>
    <p:sldId xmlns:r="http://schemas.openxmlformats.org/officeDocument/2006/relationships" id="267" r:id="R6f19289de1a742c9"/>
    <p:sldId xmlns:r="http://schemas.openxmlformats.org/officeDocument/2006/relationships" id="268" r:id="Rbc1c73b972b84cf0"/>
    <p:sldId xmlns:r="http://schemas.openxmlformats.org/officeDocument/2006/relationships" id="269" r:id="Ra92cf1e6b0334394"/>
    <p:sldId xmlns:r="http://schemas.openxmlformats.org/officeDocument/2006/relationships" id="270" r:id="R2d92ab51035549e7"/>
    <p:sldId xmlns:r="http://schemas.openxmlformats.org/officeDocument/2006/relationships" id="271" r:id="R5dde28a065f64af5"/>
    <p:sldId xmlns:r="http://schemas.openxmlformats.org/officeDocument/2006/relationships" id="272" r:id="R48b1d9559bd34596"/>
    <p:sldId xmlns:r="http://schemas.openxmlformats.org/officeDocument/2006/relationships" id="273" r:id="R1e5ed5d30d5e40a8"/>
    <p:sldId xmlns:r="http://schemas.openxmlformats.org/officeDocument/2006/relationships" id="274" r:id="R5828f38e978344e3"/>
    <p:sldId xmlns:r="http://schemas.openxmlformats.org/officeDocument/2006/relationships" id="275" r:id="R82bc0f8574614057"/>
    <p:sldId xmlns:r="http://schemas.openxmlformats.org/officeDocument/2006/relationships" id="276" r:id="R3340670096ce43ce"/>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ddc7d18711dc48c9" /><Relationship Type="http://schemas.openxmlformats.org/officeDocument/2006/relationships/theme" Target="/ppt/theme/theme1.xml" Id="R4b95341dbd6a491a" /><Relationship Type="http://schemas.openxmlformats.org/officeDocument/2006/relationships/notesMaster" Target="/ppt/notesMasters/notesMaster1.xml" Id="Rd0d43f4a00284b90" /><Relationship Type="http://schemas.openxmlformats.org/officeDocument/2006/relationships/presProps" Target="/ppt/presProps.xml" Id="R6d62327654d84a7b" /><Relationship Type="http://schemas.openxmlformats.org/officeDocument/2006/relationships/viewProps" Target="/ppt/viewProps.xml" Id="R1db2fe00f5334a1b" /><Relationship Type="http://schemas.openxmlformats.org/officeDocument/2006/relationships/tableStyles" Target="/ppt/tableStyles.xml" Id="R8b21f5b6b79147ee" /><Relationship Type="http://schemas.openxmlformats.org/officeDocument/2006/relationships/slide" Target="/ppt/slides/slide1.xml" Id="R425b06d3d7fd41df" /><Relationship Type="http://schemas.openxmlformats.org/officeDocument/2006/relationships/slide" Target="/ppt/slides/slide2.xml" Id="Re6c276f859a4482c" /><Relationship Type="http://schemas.openxmlformats.org/officeDocument/2006/relationships/slide" Target="/ppt/slides/slide3.xml" Id="Rca3a7752ff9a4356" /><Relationship Type="http://schemas.openxmlformats.org/officeDocument/2006/relationships/slide" Target="/ppt/slides/slide4.xml" Id="Rcc84b30369a948af" /><Relationship Type="http://schemas.openxmlformats.org/officeDocument/2006/relationships/slide" Target="/ppt/slides/slide5.xml" Id="R4d351d3fac9b4e9c" /><Relationship Type="http://schemas.openxmlformats.org/officeDocument/2006/relationships/slide" Target="/ppt/slides/slide6.xml" Id="R288a012e5cd249c6" /><Relationship Type="http://schemas.openxmlformats.org/officeDocument/2006/relationships/slide" Target="/ppt/slides/slide7.xml" Id="R4cbf85bb9ed54081" /><Relationship Type="http://schemas.openxmlformats.org/officeDocument/2006/relationships/slide" Target="/ppt/slides/slide8.xml" Id="Re5819b71a37843ed" /><Relationship Type="http://schemas.openxmlformats.org/officeDocument/2006/relationships/slide" Target="/ppt/slides/slide9.xml" Id="R789434531a5149a4" /><Relationship Type="http://schemas.openxmlformats.org/officeDocument/2006/relationships/slide" Target="/ppt/slides/slide10.xml" Id="R4e2f800d85c24966" /><Relationship Type="http://schemas.openxmlformats.org/officeDocument/2006/relationships/slide" Target="/ppt/slides/slide11.xml" Id="Rea5f7e76628e45b4" /><Relationship Type="http://schemas.openxmlformats.org/officeDocument/2006/relationships/slide" Target="/ppt/slides/slide12.xml" Id="R6f19289de1a742c9" /><Relationship Type="http://schemas.openxmlformats.org/officeDocument/2006/relationships/slide" Target="/ppt/slides/slide13.xml" Id="Rbc1c73b972b84cf0" /><Relationship Type="http://schemas.openxmlformats.org/officeDocument/2006/relationships/slide" Target="/ppt/slides/slide14.xml" Id="Ra92cf1e6b0334394" /><Relationship Type="http://schemas.openxmlformats.org/officeDocument/2006/relationships/slide" Target="/ppt/slides/slide15.xml" Id="R2d92ab51035549e7" /><Relationship Type="http://schemas.openxmlformats.org/officeDocument/2006/relationships/slide" Target="/ppt/slides/slide16.xml" Id="R5dde28a065f64af5" /><Relationship Type="http://schemas.openxmlformats.org/officeDocument/2006/relationships/slide" Target="/ppt/slides/slide17.xml" Id="R48b1d9559bd34596" /><Relationship Type="http://schemas.openxmlformats.org/officeDocument/2006/relationships/slide" Target="/ppt/slides/slide18.xml" Id="R1e5ed5d30d5e40a8" /><Relationship Type="http://schemas.openxmlformats.org/officeDocument/2006/relationships/slide" Target="/ppt/slides/slide19.xml" Id="R5828f38e978344e3" /><Relationship Type="http://schemas.openxmlformats.org/officeDocument/2006/relationships/slide" Target="/ppt/slides/slide20.xml" Id="R82bc0f8574614057" /><Relationship Type="http://schemas.openxmlformats.org/officeDocument/2006/relationships/slide" Target="/ppt/slides/slide21.xml" Id="R3340670096ce43c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f1af4db3c5ec4b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2752e85ce14763" /><Relationship Type="http://schemas.openxmlformats.org/officeDocument/2006/relationships/notesMaster" Target="/ppt/notesMasters/notesMaster1.xml" Id="R32ebd5c7ff414c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53868c7ac7b45cc" /><Relationship Type="http://schemas.openxmlformats.org/officeDocument/2006/relationships/notesMaster" Target="/ppt/notesMasters/notesMaster1.xml" Id="Rdfa67f2d38db47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39e5caee0c4658" /><Relationship Type="http://schemas.openxmlformats.org/officeDocument/2006/relationships/notesMaster" Target="/ppt/notesMasters/notesMaster1.xml" Id="R15118a3508b446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a256a09fc2d48e9" /><Relationship Type="http://schemas.openxmlformats.org/officeDocument/2006/relationships/notesMaster" Target="/ppt/notesMasters/notesMaster1.xml" Id="R04a6fe614e8848c0"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f718f7b0a94e21" /><Relationship Type="http://schemas.openxmlformats.org/officeDocument/2006/relationships/notesMaster" Target="/ppt/notesMasters/notesMaster1.xml" Id="R3e0a3d77253a42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97d9b312b24bfb" /><Relationship Type="http://schemas.openxmlformats.org/officeDocument/2006/relationships/notesMaster" Target="/ppt/notesMasters/notesMaster1.xml" Id="Rb341b34cbad843b0"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925d1fc077404a" /><Relationship Type="http://schemas.openxmlformats.org/officeDocument/2006/relationships/notesMaster" Target="/ppt/notesMasters/notesMaster1.xml" Id="R4b3c3d5ef43f4d2f" /></Relationships>
</file>

<file path=ppt/notesSlides/_rels/notesSlide8.xml.rels>&#65279;<?xml version="1.0" encoding="utf-8"?><Relationships xmlns="http://schemas.openxmlformats.org/package/2006/relationships"><Relationship Type="http://schemas.openxmlformats.org/officeDocument/2006/relationships/slide" Target="/ppt/slides/slide8.xml" Id="R79f925cafa404938" /><Relationship Type="http://schemas.openxmlformats.org/officeDocument/2006/relationships/notesMaster" Target="/ppt/notesMasters/notesMaster1.xml" Id="R56b49c10b48a440d" /></Relationships>
</file>

<file path=ppt/notesSlides/_rels/notesSlide9.xml.rels>&#65279;<?xml version="1.0" encoding="utf-8"?><Relationships xmlns="http://schemas.openxmlformats.org/package/2006/relationships"><Relationship Type="http://schemas.openxmlformats.org/officeDocument/2006/relationships/slide" Target="/ppt/slides/slide9.xml" Id="R1173a6c234c2438f" /><Relationship Type="http://schemas.openxmlformats.org/officeDocument/2006/relationships/notesMaster" Target="/ppt/notesMasters/notesMaster1.xml" Id="R711ffed5ceec450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af3b2ac198a4d38" /><Relationship Type="http://schemas.openxmlformats.org/officeDocument/2006/relationships/notesMaster" Target="/ppt/notesMasters/notesMaster1.xml" Id="R7b266748d702492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67227b6f67e4959" /><Relationship Type="http://schemas.openxmlformats.org/officeDocument/2006/relationships/notesMaster" Target="/ppt/notesMasters/notesMaster1.xml" Id="Rfec4ec2ff4174de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c3c36a07a6f4630" /><Relationship Type="http://schemas.openxmlformats.org/officeDocument/2006/relationships/notesMaster" Target="/ppt/notesMasters/notesMaster1.xml" Id="Re44d4cc3a77346b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5adae0c905a4719" /><Relationship Type="http://schemas.openxmlformats.org/officeDocument/2006/relationships/notesMaster" Target="/ppt/notesMasters/notesMaster1.xml" Id="Rc4990cfd68f6419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e7c3fedce814b27" /><Relationship Type="http://schemas.openxmlformats.org/officeDocument/2006/relationships/notesMaster" Target="/ppt/notesMasters/notesMaster1.xml" Id="R1a119ef66462488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8a02569306e4793" /><Relationship Type="http://schemas.openxmlformats.org/officeDocument/2006/relationships/notesMaster" Target="/ppt/notesMasters/notesMaster1.xml" Id="Ra9952609d4a244e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436d05891e14da2" /><Relationship Type="http://schemas.openxmlformats.org/officeDocument/2006/relationships/notesMaster" Target="/ppt/notesMasters/notesMaster1.xml" Id="R57511bea7024425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8100cbc83b844f9" /><Relationship Type="http://schemas.openxmlformats.org/officeDocument/2006/relationships/notesMaster" Target="/ppt/notesMasters/notesMaster1.xml" Id="R2c05f365ed914de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5c470dcd8e64fda" /><Relationship Type="http://schemas.openxmlformats.org/officeDocument/2006/relationships/notesMaster" Target="/ppt/notesMasters/notesMaster1.xml" Id="R9923bfc9e7fe4ae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d84f8f050ef4580" /><Relationship Type="http://schemas.openxmlformats.org/officeDocument/2006/relationships/notesMaster" Target="/ppt/notesMasters/notesMaster1.xml" Id="R65176ac2e4914fb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431a7c65c2c4f2c" /><Relationship Type="http://schemas.openxmlformats.org/officeDocument/2006/relationships/notesMaster" Target="/ppt/notesMasters/notesMaster1.xml" Id="R0092ffe36b6d429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81a09c0d1b34f5c" /><Relationship Type="http://schemas.openxmlformats.org/officeDocument/2006/relationships/notesMaster" Target="/ppt/notesMasters/notesMaster1.xml" Id="R4cef79861ad341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94611c985a945e0"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d5779a74b85a4f23" /><Relationship Type="http://schemas.openxmlformats.org/officeDocument/2006/relationships/slideLayout" Target="/ppt/slideLayouts/slideLayout2.xml" Id="R2e831060d454474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831060d454474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fe381e9e537f479f" /><Relationship Type="http://schemas.openxmlformats.org/officeDocument/2006/relationships/notesSlide" Target="/ppt/notesSlides/notesSlide1.xml" Id="Re48a02b7e8fc4e4f"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5e4e27f3ed6849ff" /><Relationship Type="http://schemas.openxmlformats.org/officeDocument/2006/relationships/notesSlide" Target="/ppt/notesSlides/notesSlide2.xml" Id="R6df14551378140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284e62194b4548f1" /><Relationship Type="http://schemas.openxmlformats.org/officeDocument/2006/relationships/notesSlide" Target="/ppt/notesSlides/notesSlide3.xml" Id="Rbc89b3eaa3bd4e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1ff069c763864f7b" /><Relationship Type="http://schemas.openxmlformats.org/officeDocument/2006/relationships/notesSlide" Target="/ppt/notesSlides/notesSlide4.xml" Id="R0550e0b8c3f6438a"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c5268dc6a6c34f75" /><Relationship Type="http://schemas.openxmlformats.org/officeDocument/2006/relationships/notesSlide" Target="/ppt/notesSlides/notesSlide5.xml" Id="R638d519022bf4593"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ef47c95616094813" /><Relationship Type="http://schemas.openxmlformats.org/officeDocument/2006/relationships/notesSlide" Target="/ppt/notesSlides/notesSlide6.xml" Id="Re6aba416526f4494"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a93782b2bec84286" /><Relationship Type="http://schemas.openxmlformats.org/officeDocument/2006/relationships/notesSlide" Target="/ppt/notesSlides/notesSlide7.xml" Id="R62335df2f8384639"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3f3fe22d3d244c0f" /><Relationship Type="http://schemas.openxmlformats.org/officeDocument/2006/relationships/notesSlide" Target="/ppt/notesSlides/notesSlide8.xml" Id="Rdbd917784b134be5"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c2f55a613f69423b" /><Relationship Type="http://schemas.openxmlformats.org/officeDocument/2006/relationships/notesSlide" Target="/ppt/notesSlides/notesSlide9.xml" Id="Rf36c6922a4ab4fc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914672dbdfe4496b" /><Relationship Type="http://schemas.openxmlformats.org/officeDocument/2006/relationships/notesSlide" Target="/ppt/notesSlides/notesSlide10.xml" Id="R8e55276f9d6b482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b4192687aead4855" /><Relationship Type="http://schemas.openxmlformats.org/officeDocument/2006/relationships/notesSlide" Target="/ppt/notesSlides/notesSlide11.xml" Id="Rb1471cbd17d0471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e58126cd0d74416a" /><Relationship Type="http://schemas.openxmlformats.org/officeDocument/2006/relationships/notesSlide" Target="/ppt/notesSlides/notesSlide12.xml" Id="R90a19d61b9f1464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bc0858f1891544c7" /><Relationship Type="http://schemas.openxmlformats.org/officeDocument/2006/relationships/notesSlide" Target="/ppt/notesSlides/notesSlide13.xml" Id="Rd17c6d34949a403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83692f8d4bed40c9" /><Relationship Type="http://schemas.openxmlformats.org/officeDocument/2006/relationships/notesSlide" Target="/ppt/notesSlides/notesSlide14.xml" Id="R4e7f285b5e064ed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8c13fc676f26481f" /><Relationship Type="http://schemas.openxmlformats.org/officeDocument/2006/relationships/notesSlide" Target="/ppt/notesSlides/notesSlide15.xml" Id="R1b070aa03cbc4af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5ea7dd2728c4494e" /><Relationship Type="http://schemas.openxmlformats.org/officeDocument/2006/relationships/notesSlide" Target="/ppt/notesSlides/notesSlide16.xml" Id="R73c747858e074de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a521562a62a142f1" /><Relationship Type="http://schemas.openxmlformats.org/officeDocument/2006/relationships/notesSlide" Target="/ppt/notesSlides/notesSlide17.xml" Id="R20926e582c90406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3e42d362e3774471" /><Relationship Type="http://schemas.openxmlformats.org/officeDocument/2006/relationships/notesSlide" Target="/ppt/notesSlides/notesSlide18.xml" Id="R327a0508e3bc4cd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98fd244bb13d439a" /><Relationship Type="http://schemas.openxmlformats.org/officeDocument/2006/relationships/notesSlide" Target="/ppt/notesSlides/notesSlide19.xml" Id="Ra5f5dd964c7a41b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63e24915f1764fa4" /><Relationship Type="http://schemas.openxmlformats.org/officeDocument/2006/relationships/notesSlide" Target="/ppt/notesSlides/notesSlide20.xml" Id="Re54cd92b1c604e4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420682fb5f93484f" /><Relationship Type="http://schemas.openxmlformats.org/officeDocument/2006/relationships/notesSlide" Target="/ppt/notesSlides/notesSlide21.xml" Id="R7d9b641b722747a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ECD3382-1DA1-44C1-B04F-01AC098266F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83B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7D9916-62DE-4766-A854-A4A0E729D18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000">
              <a:alpha val="0"/>
            </a:srgbClr>
          </a:solidFill>
          <a:ln xmlns:a="http://schemas.openxmlformats.org/drawingml/2006/main" w="57150">
            <a:solidFill>
              <a:srgbClr val="0A1712"/>
            </a:solidFill>
            <a:prstDash val="solid"/>
          </a:ln>
        </p:spPr>
      </p:sp>
      <p:sp>
        <p:nvSpPr>
          <p:cNvPr id="3" name="">
            <a:extLst xmlns:a="http://schemas.openxmlformats.org/drawingml/2006/main">
              <a:ext uri="{FF2B5EF4-FFF2-40B4-BE49-F238E27FC236}">
                <a16:creationId xmlns:a16="http://schemas.microsoft.com/office/drawing/2014/main" id="{AE62F86F-11DC-4D9D-AF8C-B7196D6E2B52}"/>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1796D0E-A97C-4179-8F71-0C7EF249756A}"/>
              </a:ext>
            </a:extLst>
          </p:cNvPr>
          <p:cNvSpPr>
            <a:spLocks xmlns:a="http://schemas.openxmlformats.org/drawingml/2006/main" noGrp="1"/>
          </p:cNvSpPr>
          <p:nvPr/>
        </p:nvSpPr>
        <p:spPr>
          <a:xfrm xmlns:a="http://schemas.openxmlformats.org/drawingml/2006/main">
            <a:off x="0" y="6629400"/>
            <a:ext cx="12192000" cy="22860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3E2D7E5-F3C8-43A4-9E1A-AAF87198BF9B}"/>
              </a:ext>
            </a:extLst>
          </p:cNvPr>
          <p:cNvSpPr>
            <a:spLocks xmlns:a="http://schemas.openxmlformats.org/drawingml/2006/main" noGrp="1"/>
          </p:cNvSpPr>
          <p:nvPr/>
        </p:nvSpPr>
        <p:spPr>
          <a:xfrm xmlns:a="http://schemas.openxmlformats.org/drawingml/2006/main">
            <a:off x="552450" y="5524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AD33AFE-4FC8-4EED-934C-B52B1BC8BF35}"/>
              </a:ext>
            </a:extLst>
          </p:cNvPr>
          <p:cNvSpPr>
            <a:spLocks xmlns:a="http://schemas.openxmlformats.org/drawingml/2006/main" noGrp="1"/>
          </p:cNvSpPr>
          <p:nvPr/>
        </p:nvSpPr>
        <p:spPr>
          <a:xfrm xmlns:a="http://schemas.openxmlformats.org/drawingml/2006/main">
            <a:off x="2200275" y="14763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0F98190-594B-45FB-9932-BB73CC6775E8}"/>
              </a:ext>
            </a:extLst>
          </p:cNvPr>
          <p:cNvSpPr>
            <a:spLocks xmlns:a="http://schemas.openxmlformats.org/drawingml/2006/main" noGrp="1"/>
          </p:cNvSpPr>
          <p:nvPr/>
        </p:nvSpPr>
        <p:spPr>
          <a:xfrm xmlns:a="http://schemas.openxmlformats.org/drawingml/2006/main">
            <a:off x="3848100" y="240030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18BB290-4268-4E09-A47B-979FFD8A5D51}"/>
              </a:ext>
            </a:extLst>
          </p:cNvPr>
          <p:cNvSpPr>
            <a:spLocks xmlns:a="http://schemas.openxmlformats.org/drawingml/2006/main" noGrp="1"/>
          </p:cNvSpPr>
          <p:nvPr/>
        </p:nvSpPr>
        <p:spPr>
          <a:xfrm xmlns:a="http://schemas.openxmlformats.org/drawingml/2006/main">
            <a:off x="5495925" y="332422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7736101-926D-4089-801F-629016280FE4}"/>
              </a:ext>
            </a:extLst>
          </p:cNvPr>
          <p:cNvSpPr>
            <a:spLocks xmlns:a="http://schemas.openxmlformats.org/drawingml/2006/main" noGrp="1"/>
          </p:cNvSpPr>
          <p:nvPr/>
        </p:nvSpPr>
        <p:spPr>
          <a:xfrm xmlns:a="http://schemas.openxmlformats.org/drawingml/2006/main">
            <a:off x="7143750" y="424815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1254C90-7675-4EC4-945B-044732C28C6D}"/>
              </a:ext>
            </a:extLst>
          </p:cNvPr>
          <p:cNvSpPr>
            <a:spLocks xmlns:a="http://schemas.openxmlformats.org/drawingml/2006/main" noGrp="1"/>
          </p:cNvSpPr>
          <p:nvPr/>
        </p:nvSpPr>
        <p:spPr>
          <a:xfrm xmlns:a="http://schemas.openxmlformats.org/drawingml/2006/main">
            <a:off x="8791575" y="517207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C101328-E8A3-4584-A4C8-8BB778A8527A}"/>
              </a:ext>
            </a:extLst>
          </p:cNvPr>
          <p:cNvSpPr>
            <a:spLocks xmlns:a="http://schemas.openxmlformats.org/drawingml/2006/main" noGrp="1"/>
          </p:cNvSpPr>
          <p:nvPr/>
        </p:nvSpPr>
        <p:spPr>
          <a:xfrm xmlns:a="http://schemas.openxmlformats.org/drawingml/2006/main">
            <a:off x="10439400" y="68580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A1AD4AC-EF82-41EE-9945-7117DA8DA829}"/>
              </a:ext>
            </a:extLst>
          </p:cNvPr>
          <p:cNvSpPr>
            <a:spLocks xmlns:a="http://schemas.openxmlformats.org/drawingml/2006/main" noGrp="1"/>
          </p:cNvSpPr>
          <p:nvPr/>
        </p:nvSpPr>
        <p:spPr>
          <a:xfrm xmlns:a="http://schemas.openxmlformats.org/drawingml/2006/main">
            <a:off x="1038225" y="160972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83E3271-3E3A-434B-A244-02CCF15CAB7E}"/>
              </a:ext>
            </a:extLst>
          </p:cNvPr>
          <p:cNvSpPr>
            <a:spLocks xmlns:a="http://schemas.openxmlformats.org/drawingml/2006/main" noGrp="1"/>
          </p:cNvSpPr>
          <p:nvPr/>
        </p:nvSpPr>
        <p:spPr>
          <a:xfrm xmlns:a="http://schemas.openxmlformats.org/drawingml/2006/main">
            <a:off x="2686050" y="253365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5AF4F51-E1EE-45B9-A01E-EA35A759CAC5}"/>
              </a:ext>
            </a:extLst>
          </p:cNvPr>
          <p:cNvSpPr>
            <a:spLocks xmlns:a="http://schemas.openxmlformats.org/drawingml/2006/main" noGrp="1"/>
          </p:cNvSpPr>
          <p:nvPr/>
        </p:nvSpPr>
        <p:spPr>
          <a:xfrm xmlns:a="http://schemas.openxmlformats.org/drawingml/2006/main">
            <a:off x="4333875" y="345757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CE1904D-9FF4-45C8-B8F0-508A785F8BA5}"/>
              </a:ext>
            </a:extLst>
          </p:cNvPr>
          <p:cNvSpPr>
            <a:spLocks xmlns:a="http://schemas.openxmlformats.org/drawingml/2006/main" noGrp="1"/>
          </p:cNvSpPr>
          <p:nvPr/>
        </p:nvSpPr>
        <p:spPr>
          <a:xfrm xmlns:a="http://schemas.openxmlformats.org/drawingml/2006/main">
            <a:off x="5981700" y="438150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EB9D05E-115C-49EB-A93A-9342BC8B87AE}"/>
              </a:ext>
            </a:extLst>
          </p:cNvPr>
          <p:cNvSpPr>
            <a:spLocks xmlns:a="http://schemas.openxmlformats.org/drawingml/2006/main" noGrp="1"/>
          </p:cNvSpPr>
          <p:nvPr/>
        </p:nvSpPr>
        <p:spPr>
          <a:xfrm xmlns:a="http://schemas.openxmlformats.org/drawingml/2006/main">
            <a:off x="7629525" y="530542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22ECD08-BAF7-4C56-8BD3-21D96E76C919}"/>
              </a:ext>
            </a:extLst>
          </p:cNvPr>
          <p:cNvSpPr>
            <a:spLocks xmlns:a="http://schemas.openxmlformats.org/drawingml/2006/main" noGrp="1"/>
          </p:cNvSpPr>
          <p:nvPr/>
        </p:nvSpPr>
        <p:spPr>
          <a:xfrm xmlns:a="http://schemas.openxmlformats.org/drawingml/2006/main">
            <a:off x="9277350" y="81915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383F5CB-12F3-4845-BE70-BD44F7B41E40}"/>
              </a:ext>
            </a:extLst>
          </p:cNvPr>
          <p:cNvSpPr>
            <a:spLocks xmlns:a="http://schemas.openxmlformats.org/drawingml/2006/main" noGrp="1"/>
          </p:cNvSpPr>
          <p:nvPr/>
        </p:nvSpPr>
        <p:spPr>
          <a:xfrm xmlns:a="http://schemas.openxmlformats.org/drawingml/2006/main">
            <a:off x="10925175" y="174307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B022318-7847-422B-A22C-DA66AD6DB1F3}"/>
              </a:ext>
            </a:extLst>
          </p:cNvPr>
          <p:cNvSpPr>
            <a:spLocks xmlns:a="http://schemas.openxmlformats.org/drawingml/2006/main" noGrp="1"/>
          </p:cNvSpPr>
          <p:nvPr/>
        </p:nvSpPr>
        <p:spPr>
          <a:xfrm xmlns:a="http://schemas.openxmlformats.org/drawingml/2006/main">
            <a:off x="1524000" y="266700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7997EB2-A2CE-4CD6-B304-CDA07577B269}"/>
              </a:ext>
            </a:extLst>
          </p:cNvPr>
          <p:cNvSpPr>
            <a:spLocks xmlns:a="http://schemas.openxmlformats.org/drawingml/2006/main" noGrp="1"/>
          </p:cNvSpPr>
          <p:nvPr/>
        </p:nvSpPr>
        <p:spPr>
          <a:xfrm xmlns:a="http://schemas.openxmlformats.org/drawingml/2006/main">
            <a:off x="3171825" y="359092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C6F59EB-72DD-41A5-8A4D-BE80663D6234}"/>
              </a:ext>
            </a:extLst>
          </p:cNvPr>
          <p:cNvSpPr>
            <a:spLocks xmlns:a="http://schemas.openxmlformats.org/drawingml/2006/main" noGrp="1"/>
          </p:cNvSpPr>
          <p:nvPr/>
        </p:nvSpPr>
        <p:spPr>
          <a:xfrm xmlns:a="http://schemas.openxmlformats.org/drawingml/2006/main">
            <a:off x="4819650" y="451485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0F1DF78-74B1-4625-94BB-2A4847BFC0DE}"/>
              </a:ext>
            </a:extLst>
          </p:cNvPr>
          <p:cNvSpPr>
            <a:spLocks xmlns:a="http://schemas.openxmlformats.org/drawingml/2006/main" noGrp="1"/>
          </p:cNvSpPr>
          <p:nvPr/>
        </p:nvSpPr>
        <p:spPr>
          <a:xfrm xmlns:a="http://schemas.openxmlformats.org/drawingml/2006/main">
            <a:off x="6467475" y="543877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F24CC94-A2EB-4366-9263-78140B5F5D30}"/>
              </a:ext>
            </a:extLst>
          </p:cNvPr>
          <p:cNvSpPr>
            <a:spLocks xmlns:a="http://schemas.openxmlformats.org/drawingml/2006/main" noGrp="1"/>
          </p:cNvSpPr>
          <p:nvPr/>
        </p:nvSpPr>
        <p:spPr>
          <a:xfrm xmlns:a="http://schemas.openxmlformats.org/drawingml/2006/main">
            <a:off x="8115300" y="95250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69AE962-1EAD-43CF-9B1B-515104632C7D}"/>
              </a:ext>
            </a:extLst>
          </p:cNvPr>
          <p:cNvSpPr>
            <a:spLocks xmlns:a="http://schemas.openxmlformats.org/drawingml/2006/main" noGrp="1"/>
          </p:cNvSpPr>
          <p:nvPr/>
        </p:nvSpPr>
        <p:spPr>
          <a:xfrm xmlns:a="http://schemas.openxmlformats.org/drawingml/2006/main">
            <a:off x="9763125" y="187642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44CE652-3EC2-4C0C-8A7A-70E7635195F0}"/>
              </a:ext>
            </a:extLst>
          </p:cNvPr>
          <p:cNvSpPr>
            <a:spLocks xmlns:a="http://schemas.openxmlformats.org/drawingml/2006/main" noGrp="1"/>
          </p:cNvSpPr>
          <p:nvPr/>
        </p:nvSpPr>
        <p:spPr>
          <a:xfrm xmlns:a="http://schemas.openxmlformats.org/drawingml/2006/main">
            <a:off x="11410950" y="28003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55B6AB2-9533-4D75-BBE8-C7F4BB9B891D}"/>
              </a:ext>
            </a:extLst>
          </p:cNvPr>
          <p:cNvSpPr>
            <a:spLocks xmlns:a="http://schemas.openxmlformats.org/drawingml/2006/main" noGrp="1"/>
          </p:cNvSpPr>
          <p:nvPr/>
        </p:nvSpPr>
        <p:spPr>
          <a:xfrm xmlns:a="http://schemas.openxmlformats.org/drawingml/2006/main">
            <a:off x="2009775" y="37242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70DFC0E1-0503-4979-803D-0F4EEF0941FC}"/>
              </a:ext>
            </a:extLst>
          </p:cNvPr>
          <p:cNvSpPr>
            <a:spLocks xmlns:a="http://schemas.openxmlformats.org/drawingml/2006/main" noGrp="1"/>
          </p:cNvSpPr>
          <p:nvPr/>
        </p:nvSpPr>
        <p:spPr>
          <a:xfrm xmlns:a="http://schemas.openxmlformats.org/drawingml/2006/main">
            <a:off x="552450" y="4000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D9DFC8"/>
                </a:solidFill>
                <a:latin typeface="Chalkboard"/>
                <a:ea typeface="Chalkboard"/>
                <a:cs typeface="Chalkboard"/>
              </a:defRPr>
            </a:pPr>
            <a:r>
              <a:rPr sz="1125" b="1">
                <a:solidFill>
                  <a:srgbClr val="D9DFC8"/>
                </a:solidFill>
                <a:latin typeface="Chalkboard"/>
                <a:ea typeface="Chalkboard"/>
                <a:cs typeface="Chalkboard"/>
              </a:rPr>
              <a:t>SAT READING &amp; WRITING</a:t>
            </a:r>
          </a:p>
        </p:txBody>
      </p:sp>
      <p:sp>
        <p:nvSpPr>
          <p:cNvPr id="28" name="">
            <a:extLst xmlns:a="http://schemas.openxmlformats.org/drawingml/2006/main">
              <a:ext uri="{FF2B5EF4-FFF2-40B4-BE49-F238E27FC236}">
                <a16:creationId xmlns:a16="http://schemas.microsoft.com/office/drawing/2014/main" id="{3FE2E5C7-252A-4C5E-97E2-C1B051030B7B}"/>
              </a:ext>
            </a:extLst>
          </p:cNvPr>
          <p:cNvSpPr>
            <a:spLocks xmlns:a="http://schemas.openxmlformats.org/drawingml/2006/main" noGrp="1"/>
          </p:cNvSpPr>
          <p:nvPr/>
        </p:nvSpPr>
        <p:spPr>
          <a:xfrm xmlns:a="http://schemas.openxmlformats.org/drawingml/2006/main">
            <a:off x="11001375" y="6191250"/>
            <a:ext cx="60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1650" b="1">
                <a:solidFill>
                  <a:srgbClr val="D9DFC8"/>
                </a:solidFill>
                <a:latin typeface="Chalkboard"/>
                <a:ea typeface="Chalkboard"/>
                <a:cs typeface="Chalkboard"/>
              </a:defRPr>
            </a:pPr>
            <a:r>
              <a:rPr sz="1650" b="1">
                <a:solidFill>
                  <a:srgbClr val="D9DFC8"/>
                </a:solidFill>
                <a:latin typeface="Chalkboard"/>
                <a:ea typeface="Chalkboard"/>
                <a:cs typeface="Chalkboard"/>
              </a:rPr>
              <a:t>01</a:t>
            </a:r>
          </a:p>
        </p:txBody>
      </p:sp>
      <p:sp>
        <p:nvSpPr>
          <p:cNvPr id="29" name="">
            <a:extLst xmlns:a="http://schemas.openxmlformats.org/drawingml/2006/main">
              <a:ext uri="{FF2B5EF4-FFF2-40B4-BE49-F238E27FC236}">
                <a16:creationId xmlns:a16="http://schemas.microsoft.com/office/drawing/2014/main" id="{EAD7DE3F-8981-48AE-ACF8-27B0C6EF8CCE}"/>
              </a:ext>
            </a:extLst>
          </p:cNvPr>
          <p:cNvSpPr>
            <a:spLocks xmlns:a="http://schemas.openxmlformats.org/drawingml/2006/main" noGrp="1"/>
          </p:cNvSpPr>
          <p:nvPr/>
        </p:nvSpPr>
        <p:spPr>
          <a:xfrm xmlns:a="http://schemas.openxmlformats.org/drawingml/2006/main">
            <a:off x="685800" y="904875"/>
            <a:ext cx="8382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4050" b="1">
                <a:solidFill>
                  <a:srgbClr val="F5F0DD"/>
                </a:solidFill>
                <a:latin typeface="Chalkboard"/>
                <a:ea typeface="Chalkboard"/>
                <a:cs typeface="Chalkboard"/>
              </a:defRPr>
            </a:pPr>
            <a:r>
              <a:rPr sz="4050" b="1">
                <a:solidFill>
                  <a:srgbClr val="F5F0DD"/>
                </a:solidFill>
                <a:latin typeface="Chalkboard"/>
                <a:ea typeface="Chalkboard"/>
                <a:cs typeface="Chalkboard"/>
              </a:rPr>
              <a:t>Command of Evidence:</a:t>
            </a:r>
          </a:p>
          <a:p xmlns:a="http://schemas.openxmlformats.org/drawingml/2006/main">
            <a:pPr algn="l">
              <a:defRPr sz="4050" b="1">
                <a:solidFill>
                  <a:srgbClr val="F5F0DD"/>
                </a:solidFill>
                <a:latin typeface="Chalkboard"/>
                <a:ea typeface="Chalkboard"/>
                <a:cs typeface="Chalkboard"/>
              </a:defRPr>
            </a:pPr>
            <a:r>
              <a:rPr sz="4050" b="1">
                <a:solidFill>
                  <a:srgbClr val="F5F0DD"/>
                </a:solidFill>
                <a:latin typeface="Chalkboard"/>
                <a:ea typeface="Chalkboard"/>
                <a:cs typeface="Chalkboard"/>
              </a:rPr>
              <a:t>Textual</a:t>
            </a:r>
          </a:p>
        </p:txBody>
      </p:sp>
      <p:sp>
        <p:nvSpPr>
          <p:cNvPr id="30" name="">
            <a:extLst xmlns:a="http://schemas.openxmlformats.org/drawingml/2006/main">
              <a:ext uri="{FF2B5EF4-FFF2-40B4-BE49-F238E27FC236}">
                <a16:creationId xmlns:a16="http://schemas.microsoft.com/office/drawing/2014/main" id="{B1C939E1-5CF5-4EE8-9F3E-60614E2BA952}"/>
              </a:ext>
            </a:extLst>
          </p:cNvPr>
          <p:cNvSpPr>
            <a:spLocks xmlns:a="http://schemas.openxmlformats.org/drawingml/2006/main" noGrp="1"/>
          </p:cNvSpPr>
          <p:nvPr/>
        </p:nvSpPr>
        <p:spPr>
          <a:xfrm xmlns:a="http://schemas.openxmlformats.org/drawingml/2006/main">
            <a:off x="704850" y="2176463"/>
            <a:ext cx="9105900" cy="28575"/>
          </a:xfrm>
          <a:prstGeom xmlns:a="http://schemas.openxmlformats.org/drawingml/2006/main" prst="rect">
            <a:avLst/>
          </a:prstGeom>
          <a:solidFill xmlns:a="http://schemas.openxmlformats.org/drawingml/2006/main">
            <a:srgbClr val="F2D46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FB43FECB-11D9-4780-9F97-58FE9A3ABC32}"/>
              </a:ext>
            </a:extLst>
          </p:cNvPr>
          <p:cNvSpPr>
            <a:spLocks xmlns:a="http://schemas.openxmlformats.org/drawingml/2006/main" noGrp="1"/>
          </p:cNvSpPr>
          <p:nvPr/>
        </p:nvSpPr>
        <p:spPr>
          <a:xfrm xmlns:a="http://schemas.openxmlformats.org/drawingml/2006/main">
            <a:off x="723900" y="2419350"/>
            <a:ext cx="857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D9DFC8"/>
                </a:solidFill>
                <a:latin typeface="Chalkboard"/>
                <a:ea typeface="Chalkboard"/>
                <a:cs typeface="Chalkboard"/>
              </a:defRPr>
            </a:pPr>
            <a:r>
              <a:rPr sz="1800" b="0">
                <a:solidFill>
                  <a:srgbClr val="D9DFC8"/>
                </a:solidFill>
                <a:latin typeface="Chalkboard"/>
                <a:ea typeface="Chalkboard"/>
                <a:cs typeface="Chalkboard"/>
              </a:rPr>
              <a:t>How to choose the quote or finding that best supports a claim.</a:t>
            </a:r>
          </a:p>
        </p:txBody>
      </p:sp>
      <p:sp>
        <p:nvSpPr>
          <p:cNvPr id="32" name="">
            <a:extLst xmlns:a="http://schemas.openxmlformats.org/drawingml/2006/main">
              <a:ext uri="{FF2B5EF4-FFF2-40B4-BE49-F238E27FC236}">
                <a16:creationId xmlns:a16="http://schemas.microsoft.com/office/drawing/2014/main" id="{A6E357EC-FD1E-489B-9629-6F9F541763A1}"/>
              </a:ext>
            </a:extLst>
          </p:cNvPr>
          <p:cNvSpPr>
            <a:spLocks xmlns:a="http://schemas.openxmlformats.org/drawingml/2006/main" noGrp="1"/>
          </p:cNvSpPr>
          <p:nvPr/>
        </p:nvSpPr>
        <p:spPr>
          <a:xfrm xmlns:a="http://schemas.openxmlformats.org/drawingml/2006/main">
            <a:off x="723900" y="3476625"/>
            <a:ext cx="3048000" cy="1476375"/>
          </a:xfrm>
          <a:prstGeom xmlns:a="http://schemas.openxmlformats.org/drawingml/2006/main" prst="roundRect">
            <a:avLst>
              <a:gd name="adj" fmla="val 5161"/>
            </a:avLst>
          </a:prstGeom>
          <a:solidFill xmlns:a="http://schemas.openxmlformats.org/drawingml/2006/main">
            <a:srgbClr val="FFFFFF">
              <a:alpha val="3137"/>
            </a:srgbClr>
          </a:solidFill>
          <a:ln xmlns:a="http://schemas.openxmlformats.org/drawingml/2006/main" w="19050">
            <a:solidFill>
              <a:srgbClr val="9FE3B4"/>
            </a:solidFill>
            <a:prstDash val="solid"/>
          </a:ln>
        </p:spPr>
      </p:sp>
      <p:sp>
        <p:nvSpPr>
          <p:cNvPr id="33" name="">
            <a:extLst xmlns:a="http://schemas.openxmlformats.org/drawingml/2006/main">
              <a:ext uri="{FF2B5EF4-FFF2-40B4-BE49-F238E27FC236}">
                <a16:creationId xmlns:a16="http://schemas.microsoft.com/office/drawing/2014/main" id="{0092BA19-D081-43A3-8E9A-14221B731A96}"/>
              </a:ext>
            </a:extLst>
          </p:cNvPr>
          <p:cNvSpPr>
            <a:spLocks xmlns:a="http://schemas.openxmlformats.org/drawingml/2006/main" noGrp="1"/>
          </p:cNvSpPr>
          <p:nvPr/>
        </p:nvSpPr>
        <p:spPr>
          <a:xfrm xmlns:a="http://schemas.openxmlformats.org/drawingml/2006/main">
            <a:off x="933450" y="3648075"/>
            <a:ext cx="2628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9FE3B4"/>
                </a:solidFill>
                <a:latin typeface="Chalkboard"/>
                <a:ea typeface="Chalkboard"/>
                <a:cs typeface="Chalkboard"/>
              </a:defRPr>
            </a:pPr>
            <a:r>
              <a:rPr sz="1800" b="1">
                <a:solidFill>
                  <a:srgbClr val="9FE3B4"/>
                </a:solidFill>
                <a:latin typeface="Chalkboard"/>
                <a:ea typeface="Chalkboard"/>
                <a:cs typeface="Chalkboard"/>
              </a:rPr>
              <a:t>The promise</a:t>
            </a:r>
          </a:p>
        </p:txBody>
      </p:sp>
      <p:sp>
        <p:nvSpPr>
          <p:cNvPr id="34" name="">
            <a:extLst xmlns:a="http://schemas.openxmlformats.org/drawingml/2006/main">
              <a:ext uri="{FF2B5EF4-FFF2-40B4-BE49-F238E27FC236}">
                <a16:creationId xmlns:a16="http://schemas.microsoft.com/office/drawing/2014/main" id="{DF67DCBC-52EC-4255-8E83-1604BD718468}"/>
              </a:ext>
            </a:extLst>
          </p:cNvPr>
          <p:cNvSpPr>
            <a:spLocks xmlns:a="http://schemas.openxmlformats.org/drawingml/2006/main" noGrp="1"/>
          </p:cNvSpPr>
          <p:nvPr/>
        </p:nvSpPr>
        <p:spPr>
          <a:xfrm xmlns:a="http://schemas.openxmlformats.org/drawingml/2006/main">
            <a:off x="933450" y="4029075"/>
            <a:ext cx="26289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D9DFC8"/>
                </a:solidFill>
                <a:latin typeface="Chalkboard"/>
                <a:ea typeface="Chalkboard"/>
                <a:cs typeface="Chalkboard"/>
              </a:defRPr>
            </a:pPr>
            <a:r>
              <a:rPr sz="1425" b="0">
                <a:solidFill>
                  <a:srgbClr val="D9DFC8"/>
                </a:solidFill>
                <a:latin typeface="Chalkboard"/>
                <a:ea typeface="Chalkboard"/>
                <a:cs typeface="Chalkboard"/>
              </a:rPr>
              <a:t>You do not need outside knowledge. The passage gives the claim; the choices give possible evidence.</a:t>
            </a:r>
          </a:p>
        </p:txBody>
      </p:sp>
      <p:sp>
        <p:nvSpPr>
          <p:cNvPr id="35" name="">
            <a:extLst xmlns:a="http://schemas.openxmlformats.org/drawingml/2006/main">
              <a:ext uri="{FF2B5EF4-FFF2-40B4-BE49-F238E27FC236}">
                <a16:creationId xmlns:a16="http://schemas.microsoft.com/office/drawing/2014/main" id="{6C51FCE9-7B38-41A7-BDD3-8AB110E4A72A}"/>
              </a:ext>
            </a:extLst>
          </p:cNvPr>
          <p:cNvSpPr>
            <a:spLocks xmlns:a="http://schemas.openxmlformats.org/drawingml/2006/main" noGrp="1"/>
          </p:cNvSpPr>
          <p:nvPr/>
        </p:nvSpPr>
        <p:spPr>
          <a:xfrm xmlns:a="http://schemas.openxmlformats.org/drawingml/2006/main">
            <a:off x="4191000" y="3476625"/>
            <a:ext cx="3048000" cy="1476375"/>
          </a:xfrm>
          <a:prstGeom xmlns:a="http://schemas.openxmlformats.org/drawingml/2006/main" prst="roundRect">
            <a:avLst>
              <a:gd name="adj" fmla="val 5161"/>
            </a:avLst>
          </a:prstGeom>
          <a:solidFill xmlns:a="http://schemas.openxmlformats.org/drawingml/2006/main">
            <a:srgbClr val="FFFFFF">
              <a:alpha val="3137"/>
            </a:srgbClr>
          </a:solidFill>
          <a:ln xmlns:a="http://schemas.openxmlformats.org/drawingml/2006/main" w="19050">
            <a:solidFill>
              <a:srgbClr val="F2D46B"/>
            </a:solidFill>
            <a:prstDash val="solid"/>
          </a:ln>
        </p:spPr>
      </p:sp>
      <p:sp>
        <p:nvSpPr>
          <p:cNvPr id="36" name="">
            <a:extLst xmlns:a="http://schemas.openxmlformats.org/drawingml/2006/main">
              <a:ext uri="{FF2B5EF4-FFF2-40B4-BE49-F238E27FC236}">
                <a16:creationId xmlns:a16="http://schemas.microsoft.com/office/drawing/2014/main" id="{00F404F0-8F5B-473A-AF82-C6C642EE238B}"/>
              </a:ext>
            </a:extLst>
          </p:cNvPr>
          <p:cNvSpPr>
            <a:spLocks xmlns:a="http://schemas.openxmlformats.org/drawingml/2006/main" noGrp="1"/>
          </p:cNvSpPr>
          <p:nvPr/>
        </p:nvSpPr>
        <p:spPr>
          <a:xfrm xmlns:a="http://schemas.openxmlformats.org/drawingml/2006/main">
            <a:off x="4400550" y="3648075"/>
            <a:ext cx="2628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2D46B"/>
                </a:solidFill>
                <a:latin typeface="Chalkboard"/>
                <a:ea typeface="Chalkboard"/>
                <a:cs typeface="Chalkboard"/>
              </a:defRPr>
            </a:pPr>
            <a:r>
              <a:rPr sz="1800" b="1">
                <a:solidFill>
                  <a:srgbClr val="F2D46B"/>
                </a:solidFill>
                <a:latin typeface="Chalkboard"/>
                <a:ea typeface="Chalkboard"/>
                <a:cs typeface="Chalkboard"/>
              </a:rPr>
              <a:t>The job</a:t>
            </a:r>
          </a:p>
        </p:txBody>
      </p:sp>
      <p:sp>
        <p:nvSpPr>
          <p:cNvPr id="37" name="">
            <a:extLst xmlns:a="http://schemas.openxmlformats.org/drawingml/2006/main">
              <a:ext uri="{FF2B5EF4-FFF2-40B4-BE49-F238E27FC236}">
                <a16:creationId xmlns:a16="http://schemas.microsoft.com/office/drawing/2014/main" id="{C9CA8854-F3A0-4043-8E0E-10A1893BAC0F}"/>
              </a:ext>
            </a:extLst>
          </p:cNvPr>
          <p:cNvSpPr>
            <a:spLocks xmlns:a="http://schemas.openxmlformats.org/drawingml/2006/main" noGrp="1"/>
          </p:cNvSpPr>
          <p:nvPr/>
        </p:nvSpPr>
        <p:spPr>
          <a:xfrm xmlns:a="http://schemas.openxmlformats.org/drawingml/2006/main">
            <a:off x="4400550" y="4029075"/>
            <a:ext cx="26289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D9DFC8"/>
                </a:solidFill>
                <a:latin typeface="Chalkboard"/>
                <a:ea typeface="Chalkboard"/>
                <a:cs typeface="Chalkboard"/>
              </a:defRPr>
            </a:pPr>
            <a:r>
              <a:rPr sz="1425" b="0">
                <a:solidFill>
                  <a:srgbClr val="D9DFC8"/>
                </a:solidFill>
                <a:latin typeface="Chalkboard"/>
                <a:ea typeface="Chalkboard"/>
                <a:cs typeface="Chalkboard"/>
              </a:rPr>
              <a:t>Match the evidence to the exact claim, not to the general topic.</a:t>
            </a:r>
          </a:p>
        </p:txBody>
      </p:sp>
      <p:sp>
        <p:nvSpPr>
          <p:cNvPr id="38" name="">
            <a:extLst xmlns:a="http://schemas.openxmlformats.org/drawingml/2006/main">
              <a:ext uri="{FF2B5EF4-FFF2-40B4-BE49-F238E27FC236}">
                <a16:creationId xmlns:a16="http://schemas.microsoft.com/office/drawing/2014/main" id="{0AC0CD08-0BBB-462C-83D6-2E50C27020A0}"/>
              </a:ext>
            </a:extLst>
          </p:cNvPr>
          <p:cNvSpPr>
            <a:spLocks xmlns:a="http://schemas.openxmlformats.org/drawingml/2006/main" noGrp="1"/>
          </p:cNvSpPr>
          <p:nvPr/>
        </p:nvSpPr>
        <p:spPr>
          <a:xfrm xmlns:a="http://schemas.openxmlformats.org/drawingml/2006/main">
            <a:off x="7658100" y="3476625"/>
            <a:ext cx="3048000" cy="1476375"/>
          </a:xfrm>
          <a:prstGeom xmlns:a="http://schemas.openxmlformats.org/drawingml/2006/main" prst="roundRect">
            <a:avLst>
              <a:gd name="adj" fmla="val 5161"/>
            </a:avLst>
          </a:prstGeom>
          <a:solidFill xmlns:a="http://schemas.openxmlformats.org/drawingml/2006/main">
            <a:srgbClr val="FFFFFF">
              <a:alpha val="3137"/>
            </a:srgbClr>
          </a:solidFill>
          <a:ln xmlns:a="http://schemas.openxmlformats.org/drawingml/2006/main" w="19050">
            <a:solidFill>
              <a:srgbClr val="F29B91"/>
            </a:solidFill>
            <a:prstDash val="solid"/>
          </a:ln>
        </p:spPr>
      </p:sp>
      <p:sp>
        <p:nvSpPr>
          <p:cNvPr id="39" name="">
            <a:extLst xmlns:a="http://schemas.openxmlformats.org/drawingml/2006/main">
              <a:ext uri="{FF2B5EF4-FFF2-40B4-BE49-F238E27FC236}">
                <a16:creationId xmlns:a16="http://schemas.microsoft.com/office/drawing/2014/main" id="{0B5CB6CE-992F-43A9-967D-211F5CED6A34}"/>
              </a:ext>
            </a:extLst>
          </p:cNvPr>
          <p:cNvSpPr>
            <a:spLocks xmlns:a="http://schemas.openxmlformats.org/drawingml/2006/main" noGrp="1"/>
          </p:cNvSpPr>
          <p:nvPr/>
        </p:nvSpPr>
        <p:spPr>
          <a:xfrm xmlns:a="http://schemas.openxmlformats.org/drawingml/2006/main">
            <a:off x="7867650" y="3648075"/>
            <a:ext cx="2628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29B91"/>
                </a:solidFill>
                <a:latin typeface="Chalkboard"/>
                <a:ea typeface="Chalkboard"/>
                <a:cs typeface="Chalkboard"/>
              </a:defRPr>
            </a:pPr>
            <a:r>
              <a:rPr sz="1800" b="1">
                <a:solidFill>
                  <a:srgbClr val="F29B91"/>
                </a:solidFill>
                <a:latin typeface="Chalkboard"/>
                <a:ea typeface="Chalkboard"/>
                <a:cs typeface="Chalkboard"/>
              </a:rPr>
              <a:t>The danger</a:t>
            </a:r>
          </a:p>
        </p:txBody>
      </p:sp>
      <p:sp>
        <p:nvSpPr>
          <p:cNvPr id="40" name="">
            <a:extLst xmlns:a="http://schemas.openxmlformats.org/drawingml/2006/main">
              <a:ext uri="{FF2B5EF4-FFF2-40B4-BE49-F238E27FC236}">
                <a16:creationId xmlns:a16="http://schemas.microsoft.com/office/drawing/2014/main" id="{07FF390F-D4A5-4372-B0B3-82A2121701DD}"/>
              </a:ext>
            </a:extLst>
          </p:cNvPr>
          <p:cNvSpPr>
            <a:spLocks xmlns:a="http://schemas.openxmlformats.org/drawingml/2006/main" noGrp="1"/>
          </p:cNvSpPr>
          <p:nvPr/>
        </p:nvSpPr>
        <p:spPr>
          <a:xfrm xmlns:a="http://schemas.openxmlformats.org/drawingml/2006/main">
            <a:off x="7867650" y="4029075"/>
            <a:ext cx="26289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D9DFC8"/>
                </a:solidFill>
                <a:latin typeface="Chalkboard"/>
                <a:ea typeface="Chalkboard"/>
                <a:cs typeface="Chalkboard"/>
              </a:defRPr>
            </a:pPr>
            <a:r>
              <a:rPr sz="1425" b="0">
                <a:solidFill>
                  <a:srgbClr val="D9DFC8"/>
                </a:solidFill>
                <a:latin typeface="Chalkboard"/>
                <a:ea typeface="Chalkboard"/>
                <a:cs typeface="Chalkboard"/>
              </a:rPr>
              <a:t>A choice can sound related but still miss the key idea.</a:t>
            </a:r>
          </a:p>
        </p:txBody>
      </p:sp>
      <p:sp>
        <p:nvSpPr>
          <p:cNvPr id="41" name="">
            <a:extLst xmlns:a="http://schemas.openxmlformats.org/drawingml/2006/main">
              <a:ext uri="{FF2B5EF4-FFF2-40B4-BE49-F238E27FC236}">
                <a16:creationId xmlns:a16="http://schemas.microsoft.com/office/drawing/2014/main" id="{BD054C56-2E08-4BC5-9BE9-A1DC427D8C8D}"/>
              </a:ext>
            </a:extLst>
          </p:cNvPr>
          <p:cNvSpPr>
            <a:spLocks xmlns:a="http://schemas.openxmlformats.org/drawingml/2006/main" noGrp="1"/>
          </p:cNvSpPr>
          <p:nvPr/>
        </p:nvSpPr>
        <p:spPr>
          <a:xfrm xmlns:a="http://schemas.openxmlformats.org/drawingml/2006/main">
            <a:off x="552450" y="6286500"/>
            <a:ext cx="838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0">
                <a:solidFill>
                  <a:srgbClr val="B8C7B4"/>
                </a:solidFill>
                <a:latin typeface="Chalkboard"/>
                <a:ea typeface="Chalkboard"/>
                <a:cs typeface="Chalkboard"/>
              </a:defRPr>
            </a:pPr>
            <a:r>
              <a:rPr sz="825" b="0">
                <a:solidFill>
                  <a:srgbClr val="B8C7B4"/>
                </a:solidFill>
                <a:latin typeface="Chalkboard"/>
                <a:ea typeface="Chalkboard"/>
                <a:cs typeface="Chalkboard"/>
              </a:rPr>
              <a:t>Adapted as a classroom summary from Khan Academy SAT Reading and Writing: Command of Evidence: Textual.</a:t>
            </a:r>
          </a:p>
        </p:txBody>
      </p:sp>
    </p:spTree>
    <p:extLst>
      <p:ext uri="{BB962C8B-B14F-4D97-AF65-F5344CB8AC3E}">
        <p14:creationId xmlns:p14="http://schemas.microsoft.com/office/powerpoint/2010/main" val="17167919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CDEB821-8137-475C-9C53-6456E826F38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83B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1FD0560-9021-46C5-B0B1-0041C846178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000">
              <a:alpha val="0"/>
            </a:srgbClr>
          </a:solidFill>
          <a:ln xmlns:a="http://schemas.openxmlformats.org/drawingml/2006/main" w="57150">
            <a:solidFill>
              <a:srgbClr val="0A1712"/>
            </a:solidFill>
            <a:prstDash val="solid"/>
          </a:ln>
        </p:spPr>
      </p:sp>
      <p:sp>
        <p:nvSpPr>
          <p:cNvPr id="3" name="">
            <a:extLst xmlns:a="http://schemas.openxmlformats.org/drawingml/2006/main">
              <a:ext uri="{FF2B5EF4-FFF2-40B4-BE49-F238E27FC236}">
                <a16:creationId xmlns:a16="http://schemas.microsoft.com/office/drawing/2014/main" id="{D4EC2936-79F4-4F2D-A867-64BAD2150C7E}"/>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454C963-A8BD-45F4-9C82-D19FE22A7AAF}"/>
              </a:ext>
            </a:extLst>
          </p:cNvPr>
          <p:cNvSpPr>
            <a:spLocks xmlns:a="http://schemas.openxmlformats.org/drawingml/2006/main" noGrp="1"/>
          </p:cNvSpPr>
          <p:nvPr/>
        </p:nvSpPr>
        <p:spPr>
          <a:xfrm xmlns:a="http://schemas.openxmlformats.org/drawingml/2006/main">
            <a:off x="0" y="6629400"/>
            <a:ext cx="12192000" cy="22860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C23958F-9321-4765-84B4-C3B9A0BE91D3}"/>
              </a:ext>
            </a:extLst>
          </p:cNvPr>
          <p:cNvSpPr>
            <a:spLocks xmlns:a="http://schemas.openxmlformats.org/drawingml/2006/main" noGrp="1"/>
          </p:cNvSpPr>
          <p:nvPr/>
        </p:nvSpPr>
        <p:spPr>
          <a:xfrm xmlns:a="http://schemas.openxmlformats.org/drawingml/2006/main">
            <a:off x="552450" y="5524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02B8B08-FDB5-4D01-A9BF-3ADC6E62E51F}"/>
              </a:ext>
            </a:extLst>
          </p:cNvPr>
          <p:cNvSpPr>
            <a:spLocks xmlns:a="http://schemas.openxmlformats.org/drawingml/2006/main" noGrp="1"/>
          </p:cNvSpPr>
          <p:nvPr/>
        </p:nvSpPr>
        <p:spPr>
          <a:xfrm xmlns:a="http://schemas.openxmlformats.org/drawingml/2006/main">
            <a:off x="2200275" y="14763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45F3FA1-1A46-4C3E-B401-09200CBBBA2C}"/>
              </a:ext>
            </a:extLst>
          </p:cNvPr>
          <p:cNvSpPr>
            <a:spLocks xmlns:a="http://schemas.openxmlformats.org/drawingml/2006/main" noGrp="1"/>
          </p:cNvSpPr>
          <p:nvPr/>
        </p:nvSpPr>
        <p:spPr>
          <a:xfrm xmlns:a="http://schemas.openxmlformats.org/drawingml/2006/main">
            <a:off x="3848100" y="240030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3412415-C884-40EA-B40B-CA9C48936319}"/>
              </a:ext>
            </a:extLst>
          </p:cNvPr>
          <p:cNvSpPr>
            <a:spLocks xmlns:a="http://schemas.openxmlformats.org/drawingml/2006/main" noGrp="1"/>
          </p:cNvSpPr>
          <p:nvPr/>
        </p:nvSpPr>
        <p:spPr>
          <a:xfrm xmlns:a="http://schemas.openxmlformats.org/drawingml/2006/main">
            <a:off x="5495925" y="332422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E3085DA-4E4B-4286-B944-29990A575018}"/>
              </a:ext>
            </a:extLst>
          </p:cNvPr>
          <p:cNvSpPr>
            <a:spLocks xmlns:a="http://schemas.openxmlformats.org/drawingml/2006/main" noGrp="1"/>
          </p:cNvSpPr>
          <p:nvPr/>
        </p:nvSpPr>
        <p:spPr>
          <a:xfrm xmlns:a="http://schemas.openxmlformats.org/drawingml/2006/main">
            <a:off x="7143750" y="424815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BCE381E-C5CE-4513-8229-D2EC8ACE1002}"/>
              </a:ext>
            </a:extLst>
          </p:cNvPr>
          <p:cNvSpPr>
            <a:spLocks xmlns:a="http://schemas.openxmlformats.org/drawingml/2006/main" noGrp="1"/>
          </p:cNvSpPr>
          <p:nvPr/>
        </p:nvSpPr>
        <p:spPr>
          <a:xfrm xmlns:a="http://schemas.openxmlformats.org/drawingml/2006/main">
            <a:off x="8791575" y="517207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30BEB10-B0B0-4F8A-8B76-E129935C5CF6}"/>
              </a:ext>
            </a:extLst>
          </p:cNvPr>
          <p:cNvSpPr>
            <a:spLocks xmlns:a="http://schemas.openxmlformats.org/drawingml/2006/main" noGrp="1"/>
          </p:cNvSpPr>
          <p:nvPr/>
        </p:nvSpPr>
        <p:spPr>
          <a:xfrm xmlns:a="http://schemas.openxmlformats.org/drawingml/2006/main">
            <a:off x="10439400" y="68580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5E28FE7-B823-4121-BB51-66F2415A6079}"/>
              </a:ext>
            </a:extLst>
          </p:cNvPr>
          <p:cNvSpPr>
            <a:spLocks xmlns:a="http://schemas.openxmlformats.org/drawingml/2006/main" noGrp="1"/>
          </p:cNvSpPr>
          <p:nvPr/>
        </p:nvSpPr>
        <p:spPr>
          <a:xfrm xmlns:a="http://schemas.openxmlformats.org/drawingml/2006/main">
            <a:off x="1038225" y="160972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7EB097E-EA17-43EA-93C5-69F27EEB2926}"/>
              </a:ext>
            </a:extLst>
          </p:cNvPr>
          <p:cNvSpPr>
            <a:spLocks xmlns:a="http://schemas.openxmlformats.org/drawingml/2006/main" noGrp="1"/>
          </p:cNvSpPr>
          <p:nvPr/>
        </p:nvSpPr>
        <p:spPr>
          <a:xfrm xmlns:a="http://schemas.openxmlformats.org/drawingml/2006/main">
            <a:off x="2686050" y="253365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A26F82F-566E-45FC-A5BD-A398E34B279C}"/>
              </a:ext>
            </a:extLst>
          </p:cNvPr>
          <p:cNvSpPr>
            <a:spLocks xmlns:a="http://schemas.openxmlformats.org/drawingml/2006/main" noGrp="1"/>
          </p:cNvSpPr>
          <p:nvPr/>
        </p:nvSpPr>
        <p:spPr>
          <a:xfrm xmlns:a="http://schemas.openxmlformats.org/drawingml/2006/main">
            <a:off x="4333875" y="345757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38C837D-CE45-4D59-88BB-B721A37141FD}"/>
              </a:ext>
            </a:extLst>
          </p:cNvPr>
          <p:cNvSpPr>
            <a:spLocks xmlns:a="http://schemas.openxmlformats.org/drawingml/2006/main" noGrp="1"/>
          </p:cNvSpPr>
          <p:nvPr/>
        </p:nvSpPr>
        <p:spPr>
          <a:xfrm xmlns:a="http://schemas.openxmlformats.org/drawingml/2006/main">
            <a:off x="5981700" y="438150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C79CA39-A9D7-4443-BDA0-440F3C48271C}"/>
              </a:ext>
            </a:extLst>
          </p:cNvPr>
          <p:cNvSpPr>
            <a:spLocks xmlns:a="http://schemas.openxmlformats.org/drawingml/2006/main" noGrp="1"/>
          </p:cNvSpPr>
          <p:nvPr/>
        </p:nvSpPr>
        <p:spPr>
          <a:xfrm xmlns:a="http://schemas.openxmlformats.org/drawingml/2006/main">
            <a:off x="7629525" y="530542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35D9748-B2BD-4DDA-8AB6-7AA7FF94506E}"/>
              </a:ext>
            </a:extLst>
          </p:cNvPr>
          <p:cNvSpPr>
            <a:spLocks xmlns:a="http://schemas.openxmlformats.org/drawingml/2006/main" noGrp="1"/>
          </p:cNvSpPr>
          <p:nvPr/>
        </p:nvSpPr>
        <p:spPr>
          <a:xfrm xmlns:a="http://schemas.openxmlformats.org/drawingml/2006/main">
            <a:off x="9277350" y="81915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93FEDE8-7EED-4861-8719-599F539FD259}"/>
              </a:ext>
            </a:extLst>
          </p:cNvPr>
          <p:cNvSpPr>
            <a:spLocks xmlns:a="http://schemas.openxmlformats.org/drawingml/2006/main" noGrp="1"/>
          </p:cNvSpPr>
          <p:nvPr/>
        </p:nvSpPr>
        <p:spPr>
          <a:xfrm xmlns:a="http://schemas.openxmlformats.org/drawingml/2006/main">
            <a:off x="10925175" y="174307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32FD8CA-6A4B-4AB8-B43C-7C2878F86A7C}"/>
              </a:ext>
            </a:extLst>
          </p:cNvPr>
          <p:cNvSpPr>
            <a:spLocks xmlns:a="http://schemas.openxmlformats.org/drawingml/2006/main" noGrp="1"/>
          </p:cNvSpPr>
          <p:nvPr/>
        </p:nvSpPr>
        <p:spPr>
          <a:xfrm xmlns:a="http://schemas.openxmlformats.org/drawingml/2006/main">
            <a:off x="1524000" y="266700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16C7741-5629-4EA5-B372-DDB1FE6E32B6}"/>
              </a:ext>
            </a:extLst>
          </p:cNvPr>
          <p:cNvSpPr>
            <a:spLocks xmlns:a="http://schemas.openxmlformats.org/drawingml/2006/main" noGrp="1"/>
          </p:cNvSpPr>
          <p:nvPr/>
        </p:nvSpPr>
        <p:spPr>
          <a:xfrm xmlns:a="http://schemas.openxmlformats.org/drawingml/2006/main">
            <a:off x="3171825" y="359092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C830C4A-0810-4512-A6DB-2749F2452F7D}"/>
              </a:ext>
            </a:extLst>
          </p:cNvPr>
          <p:cNvSpPr>
            <a:spLocks xmlns:a="http://schemas.openxmlformats.org/drawingml/2006/main" noGrp="1"/>
          </p:cNvSpPr>
          <p:nvPr/>
        </p:nvSpPr>
        <p:spPr>
          <a:xfrm xmlns:a="http://schemas.openxmlformats.org/drawingml/2006/main">
            <a:off x="4819650" y="451485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A880831-C83B-43F9-BE8A-CAFCFBDC94D7}"/>
              </a:ext>
            </a:extLst>
          </p:cNvPr>
          <p:cNvSpPr>
            <a:spLocks xmlns:a="http://schemas.openxmlformats.org/drawingml/2006/main" noGrp="1"/>
          </p:cNvSpPr>
          <p:nvPr/>
        </p:nvSpPr>
        <p:spPr>
          <a:xfrm xmlns:a="http://schemas.openxmlformats.org/drawingml/2006/main">
            <a:off x="6467475" y="543877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D6E2334-21D9-439B-A40D-91B3B9C220F1}"/>
              </a:ext>
            </a:extLst>
          </p:cNvPr>
          <p:cNvSpPr>
            <a:spLocks xmlns:a="http://schemas.openxmlformats.org/drawingml/2006/main" noGrp="1"/>
          </p:cNvSpPr>
          <p:nvPr/>
        </p:nvSpPr>
        <p:spPr>
          <a:xfrm xmlns:a="http://schemas.openxmlformats.org/drawingml/2006/main">
            <a:off x="8115300" y="95250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EF44284-7650-4905-AF34-F169655B9A49}"/>
              </a:ext>
            </a:extLst>
          </p:cNvPr>
          <p:cNvSpPr>
            <a:spLocks xmlns:a="http://schemas.openxmlformats.org/drawingml/2006/main" noGrp="1"/>
          </p:cNvSpPr>
          <p:nvPr/>
        </p:nvSpPr>
        <p:spPr>
          <a:xfrm xmlns:a="http://schemas.openxmlformats.org/drawingml/2006/main">
            <a:off x="9763125" y="187642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0350898C-CFC8-49B2-8F5F-6CD26BAE6B8F}"/>
              </a:ext>
            </a:extLst>
          </p:cNvPr>
          <p:cNvSpPr>
            <a:spLocks xmlns:a="http://schemas.openxmlformats.org/drawingml/2006/main" noGrp="1"/>
          </p:cNvSpPr>
          <p:nvPr/>
        </p:nvSpPr>
        <p:spPr>
          <a:xfrm xmlns:a="http://schemas.openxmlformats.org/drawingml/2006/main">
            <a:off x="11410950" y="28003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83B3469-063E-4246-BE8E-EF2C4FBE7C51}"/>
              </a:ext>
            </a:extLst>
          </p:cNvPr>
          <p:cNvSpPr>
            <a:spLocks xmlns:a="http://schemas.openxmlformats.org/drawingml/2006/main" noGrp="1"/>
          </p:cNvSpPr>
          <p:nvPr/>
        </p:nvSpPr>
        <p:spPr>
          <a:xfrm xmlns:a="http://schemas.openxmlformats.org/drawingml/2006/main">
            <a:off x="2009775" y="37242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7A60056-CD6D-450F-9125-E8AB3168E8AE}"/>
              </a:ext>
            </a:extLst>
          </p:cNvPr>
          <p:cNvSpPr>
            <a:spLocks xmlns:a="http://schemas.openxmlformats.org/drawingml/2006/main" noGrp="1"/>
          </p:cNvSpPr>
          <p:nvPr/>
        </p:nvSpPr>
        <p:spPr>
          <a:xfrm xmlns:a="http://schemas.openxmlformats.org/drawingml/2006/main">
            <a:off x="552450" y="4000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D9DFC8"/>
                </a:solidFill>
                <a:latin typeface="Chalkboard"/>
                <a:ea typeface="Chalkboard"/>
                <a:cs typeface="Chalkboard"/>
              </a:defRPr>
            </a:pPr>
            <a:r>
              <a:rPr sz="1125" b="1">
                <a:solidFill>
                  <a:srgbClr val="D9DFC8"/>
                </a:solidFill>
                <a:latin typeface="Chalkboard"/>
                <a:ea typeface="Chalkboard"/>
                <a:cs typeface="Chalkboard"/>
              </a:rPr>
              <a:t>COMMAND OF EVIDENCE</a:t>
            </a:r>
          </a:p>
        </p:txBody>
      </p:sp>
      <p:sp>
        <p:nvSpPr>
          <p:cNvPr id="28" name="">
            <a:extLst xmlns:a="http://schemas.openxmlformats.org/drawingml/2006/main">
              <a:ext uri="{FF2B5EF4-FFF2-40B4-BE49-F238E27FC236}">
                <a16:creationId xmlns:a16="http://schemas.microsoft.com/office/drawing/2014/main" id="{ABD8621B-76E6-4839-955E-4660E2D38D6C}"/>
              </a:ext>
            </a:extLst>
          </p:cNvPr>
          <p:cNvSpPr>
            <a:spLocks xmlns:a="http://schemas.openxmlformats.org/drawingml/2006/main" noGrp="1"/>
          </p:cNvSpPr>
          <p:nvPr/>
        </p:nvSpPr>
        <p:spPr>
          <a:xfrm xmlns:a="http://schemas.openxmlformats.org/drawingml/2006/main">
            <a:off x="11001375" y="6191250"/>
            <a:ext cx="60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1650" b="1">
                <a:solidFill>
                  <a:srgbClr val="D9DFC8"/>
                </a:solidFill>
                <a:latin typeface="Chalkboard"/>
                <a:ea typeface="Chalkboard"/>
                <a:cs typeface="Chalkboard"/>
              </a:defRPr>
            </a:pPr>
            <a:r>
              <a:rPr sz="1650" b="1">
                <a:solidFill>
                  <a:srgbClr val="D9DFC8"/>
                </a:solidFill>
                <a:latin typeface="Chalkboard"/>
                <a:ea typeface="Chalkboard"/>
                <a:cs typeface="Chalkboard"/>
              </a:rPr>
              <a:t>02</a:t>
            </a:r>
          </a:p>
        </p:txBody>
      </p:sp>
      <p:sp>
        <p:nvSpPr>
          <p:cNvPr id="29" name="">
            <a:extLst xmlns:a="http://schemas.openxmlformats.org/drawingml/2006/main">
              <a:ext uri="{FF2B5EF4-FFF2-40B4-BE49-F238E27FC236}">
                <a16:creationId xmlns:a16="http://schemas.microsoft.com/office/drawing/2014/main" id="{CD0BD279-3281-4C35-A319-FBB1358987CD}"/>
              </a:ext>
            </a:extLst>
          </p:cNvPr>
          <p:cNvSpPr>
            <a:spLocks xmlns:a="http://schemas.openxmlformats.org/drawingml/2006/main" noGrp="1"/>
          </p:cNvSpPr>
          <p:nvPr/>
        </p:nvSpPr>
        <p:spPr>
          <a:xfrm xmlns:a="http://schemas.openxmlformats.org/drawingml/2006/main">
            <a:off x="685800" y="904875"/>
            <a:ext cx="8382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4050" b="1">
                <a:solidFill>
                  <a:srgbClr val="F5F0DD"/>
                </a:solidFill>
                <a:latin typeface="Chalkboard"/>
                <a:ea typeface="Chalkboard"/>
                <a:cs typeface="Chalkboard"/>
              </a:defRPr>
            </a:pPr>
            <a:r>
              <a:rPr sz="4050" b="1">
                <a:solidFill>
                  <a:srgbClr val="F5F0DD"/>
                </a:solidFill>
                <a:latin typeface="Chalkboard"/>
                <a:ea typeface="Chalkboard"/>
                <a:cs typeface="Chalkboard"/>
              </a:rPr>
              <a:t>What This Question Type Asks</a:t>
            </a:r>
          </a:p>
        </p:txBody>
      </p:sp>
      <p:sp>
        <p:nvSpPr>
          <p:cNvPr id="30" name="">
            <a:extLst xmlns:a="http://schemas.openxmlformats.org/drawingml/2006/main">
              <a:ext uri="{FF2B5EF4-FFF2-40B4-BE49-F238E27FC236}">
                <a16:creationId xmlns:a16="http://schemas.microsoft.com/office/drawing/2014/main" id="{E38FCBAA-E64B-4B98-9D13-1E4C4A2DB942}"/>
              </a:ext>
            </a:extLst>
          </p:cNvPr>
          <p:cNvSpPr>
            <a:spLocks xmlns:a="http://schemas.openxmlformats.org/drawingml/2006/main" noGrp="1"/>
          </p:cNvSpPr>
          <p:nvPr/>
        </p:nvSpPr>
        <p:spPr>
          <a:xfrm xmlns:a="http://schemas.openxmlformats.org/drawingml/2006/main">
            <a:off x="704850" y="2176463"/>
            <a:ext cx="9105900" cy="28575"/>
          </a:xfrm>
          <a:prstGeom xmlns:a="http://schemas.openxmlformats.org/drawingml/2006/main" prst="rect">
            <a:avLst/>
          </a:prstGeom>
          <a:solidFill xmlns:a="http://schemas.openxmlformats.org/drawingml/2006/main">
            <a:srgbClr val="F2D46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6CD734A9-0081-462B-B198-FE1F12EF9D58}"/>
              </a:ext>
            </a:extLst>
          </p:cNvPr>
          <p:cNvSpPr>
            <a:spLocks xmlns:a="http://schemas.openxmlformats.org/drawingml/2006/main" noGrp="1"/>
          </p:cNvSpPr>
          <p:nvPr/>
        </p:nvSpPr>
        <p:spPr>
          <a:xfrm xmlns:a="http://schemas.openxmlformats.org/drawingml/2006/main">
            <a:off x="723900" y="2419350"/>
            <a:ext cx="857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D9DFC8"/>
                </a:solidFill>
                <a:latin typeface="Chalkboard"/>
                <a:ea typeface="Chalkboard"/>
                <a:cs typeface="Chalkboard"/>
              </a:defRPr>
            </a:pPr>
            <a:r>
              <a:rPr sz="1800" b="0">
                <a:solidFill>
                  <a:srgbClr val="D9DFC8"/>
                </a:solidFill>
                <a:latin typeface="Chalkboard"/>
                <a:ea typeface="Chalkboard"/>
                <a:cs typeface="Chalkboard"/>
              </a:rPr>
              <a:t>Find evidence that proves, supports, illustrates, or sometimes challenges a stated claim.</a:t>
            </a:r>
          </a:p>
        </p:txBody>
      </p:sp>
      <p:sp>
        <p:nvSpPr>
          <p:cNvPr id="32" name="">
            <a:extLst xmlns:a="http://schemas.openxmlformats.org/drawingml/2006/main">
              <a:ext uri="{FF2B5EF4-FFF2-40B4-BE49-F238E27FC236}">
                <a16:creationId xmlns:a16="http://schemas.microsoft.com/office/drawing/2014/main" id="{8A63A074-E81A-49E1-BB1D-1AE2041430F9}"/>
              </a:ext>
            </a:extLst>
          </p:cNvPr>
          <p:cNvSpPr>
            <a:spLocks xmlns:a="http://schemas.openxmlformats.org/drawingml/2006/main" noGrp="1"/>
          </p:cNvSpPr>
          <p:nvPr/>
        </p:nvSpPr>
        <p:spPr>
          <a:xfrm xmlns:a="http://schemas.openxmlformats.org/drawingml/2006/main">
            <a:off x="1047750" y="3314700"/>
            <a:ext cx="20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9FE3B4"/>
                </a:solidFill>
                <a:latin typeface="Chalkboard"/>
                <a:ea typeface="Chalkboard"/>
                <a:cs typeface="Chalkboard"/>
              </a:defRPr>
            </a:pPr>
            <a:r>
              <a:rPr sz="1950" b="1">
                <a:solidFill>
                  <a:srgbClr val="9FE3B4"/>
                </a:solidFill>
                <a:latin typeface="Chalkboard"/>
                <a:ea typeface="Chalkboard"/>
                <a:cs typeface="Chalkboard"/>
              </a:rPr>
              <a:t>•</a:t>
            </a:r>
          </a:p>
        </p:txBody>
      </p:sp>
      <p:sp>
        <p:nvSpPr>
          <p:cNvPr id="33" name="">
            <a:extLst xmlns:a="http://schemas.openxmlformats.org/drawingml/2006/main">
              <a:ext uri="{FF2B5EF4-FFF2-40B4-BE49-F238E27FC236}">
                <a16:creationId xmlns:a16="http://schemas.microsoft.com/office/drawing/2014/main" id="{107E20C2-6484-4FBA-A74E-E0BEC623087F}"/>
              </a:ext>
            </a:extLst>
          </p:cNvPr>
          <p:cNvSpPr>
            <a:spLocks xmlns:a="http://schemas.openxmlformats.org/drawingml/2006/main" noGrp="1"/>
          </p:cNvSpPr>
          <p:nvPr/>
        </p:nvSpPr>
        <p:spPr>
          <a:xfrm xmlns:a="http://schemas.openxmlformats.org/drawingml/2006/main">
            <a:off x="1352550" y="3333750"/>
            <a:ext cx="8001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F5F0DD"/>
                </a:solidFill>
                <a:latin typeface="Chalkboard"/>
                <a:ea typeface="Chalkboard"/>
                <a:cs typeface="Chalkboard"/>
              </a:defRPr>
            </a:pPr>
            <a:r>
              <a:rPr sz="1800" b="0">
                <a:solidFill>
                  <a:srgbClr val="F5F0DD"/>
                </a:solidFill>
                <a:latin typeface="Chalkboard"/>
                <a:ea typeface="Chalkboard"/>
                <a:cs typeface="Chalkboard"/>
              </a:rPr>
              <a:t>First locate the claim: the hypothesis, interpretation, or argument.</a:t>
            </a:r>
          </a:p>
        </p:txBody>
      </p:sp>
      <p:sp>
        <p:nvSpPr>
          <p:cNvPr id="34" name="">
            <a:extLst xmlns:a="http://schemas.openxmlformats.org/drawingml/2006/main">
              <a:ext uri="{FF2B5EF4-FFF2-40B4-BE49-F238E27FC236}">
                <a16:creationId xmlns:a16="http://schemas.microsoft.com/office/drawing/2014/main" id="{31871D0C-E69D-413E-A381-C5E701B679F4}"/>
              </a:ext>
            </a:extLst>
          </p:cNvPr>
          <p:cNvSpPr>
            <a:spLocks xmlns:a="http://schemas.openxmlformats.org/drawingml/2006/main" noGrp="1"/>
          </p:cNvSpPr>
          <p:nvPr/>
        </p:nvSpPr>
        <p:spPr>
          <a:xfrm xmlns:a="http://schemas.openxmlformats.org/drawingml/2006/main">
            <a:off x="1047750" y="3886200"/>
            <a:ext cx="20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9FE3B4"/>
                </a:solidFill>
                <a:latin typeface="Chalkboard"/>
                <a:ea typeface="Chalkboard"/>
                <a:cs typeface="Chalkboard"/>
              </a:defRPr>
            </a:pPr>
            <a:r>
              <a:rPr sz="1950" b="1">
                <a:solidFill>
                  <a:srgbClr val="9FE3B4"/>
                </a:solidFill>
                <a:latin typeface="Chalkboard"/>
                <a:ea typeface="Chalkboard"/>
                <a:cs typeface="Chalkboard"/>
              </a:rPr>
              <a:t>•</a:t>
            </a:r>
          </a:p>
        </p:txBody>
      </p:sp>
      <p:sp>
        <p:nvSpPr>
          <p:cNvPr id="35" name="">
            <a:extLst xmlns:a="http://schemas.openxmlformats.org/drawingml/2006/main">
              <a:ext uri="{FF2B5EF4-FFF2-40B4-BE49-F238E27FC236}">
                <a16:creationId xmlns:a16="http://schemas.microsoft.com/office/drawing/2014/main" id="{15E003CA-C6D9-44D2-B727-CA0FDC0DC02A}"/>
              </a:ext>
            </a:extLst>
          </p:cNvPr>
          <p:cNvSpPr>
            <a:spLocks xmlns:a="http://schemas.openxmlformats.org/drawingml/2006/main" noGrp="1"/>
          </p:cNvSpPr>
          <p:nvPr/>
        </p:nvSpPr>
        <p:spPr>
          <a:xfrm xmlns:a="http://schemas.openxmlformats.org/drawingml/2006/main">
            <a:off x="1352550" y="3905250"/>
            <a:ext cx="8001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F5F0DD"/>
                </a:solidFill>
                <a:latin typeface="Chalkboard"/>
                <a:ea typeface="Chalkboard"/>
                <a:cs typeface="Chalkboard"/>
              </a:defRPr>
            </a:pPr>
            <a:r>
              <a:rPr sz="1800" b="0">
                <a:solidFill>
                  <a:srgbClr val="F5F0DD"/>
                </a:solidFill>
                <a:latin typeface="Chalkboard"/>
                <a:ea typeface="Chalkboard"/>
                <a:cs typeface="Chalkboard"/>
              </a:rPr>
              <a:t>Then simplify the claim into a short test phrase.</a:t>
            </a:r>
          </a:p>
        </p:txBody>
      </p:sp>
      <p:sp>
        <p:nvSpPr>
          <p:cNvPr id="36" name="">
            <a:extLst xmlns:a="http://schemas.openxmlformats.org/drawingml/2006/main">
              <a:ext uri="{FF2B5EF4-FFF2-40B4-BE49-F238E27FC236}">
                <a16:creationId xmlns:a16="http://schemas.microsoft.com/office/drawing/2014/main" id="{FD8BEDC4-B685-48DE-B32E-8193887BA91D}"/>
              </a:ext>
            </a:extLst>
          </p:cNvPr>
          <p:cNvSpPr>
            <a:spLocks xmlns:a="http://schemas.openxmlformats.org/drawingml/2006/main" noGrp="1"/>
          </p:cNvSpPr>
          <p:nvPr/>
        </p:nvSpPr>
        <p:spPr>
          <a:xfrm xmlns:a="http://schemas.openxmlformats.org/drawingml/2006/main">
            <a:off x="1047750" y="4457700"/>
            <a:ext cx="20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9FE3B4"/>
                </a:solidFill>
                <a:latin typeface="Chalkboard"/>
                <a:ea typeface="Chalkboard"/>
                <a:cs typeface="Chalkboard"/>
              </a:defRPr>
            </a:pPr>
            <a:r>
              <a:rPr sz="1950" b="1">
                <a:solidFill>
                  <a:srgbClr val="9FE3B4"/>
                </a:solidFill>
                <a:latin typeface="Chalkboard"/>
                <a:ea typeface="Chalkboard"/>
                <a:cs typeface="Chalkboard"/>
              </a:rPr>
              <a:t>•</a:t>
            </a:r>
          </a:p>
        </p:txBody>
      </p:sp>
      <p:sp>
        <p:nvSpPr>
          <p:cNvPr id="37" name="">
            <a:extLst xmlns:a="http://schemas.openxmlformats.org/drawingml/2006/main">
              <a:ext uri="{FF2B5EF4-FFF2-40B4-BE49-F238E27FC236}">
                <a16:creationId xmlns:a16="http://schemas.microsoft.com/office/drawing/2014/main" id="{1FA437BF-FF20-419A-9837-83150B914D90}"/>
              </a:ext>
            </a:extLst>
          </p:cNvPr>
          <p:cNvSpPr>
            <a:spLocks xmlns:a="http://schemas.openxmlformats.org/drawingml/2006/main" noGrp="1"/>
          </p:cNvSpPr>
          <p:nvPr/>
        </p:nvSpPr>
        <p:spPr>
          <a:xfrm xmlns:a="http://schemas.openxmlformats.org/drawingml/2006/main">
            <a:off x="1352550" y="4476750"/>
            <a:ext cx="8001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F5F0DD"/>
                </a:solidFill>
                <a:latin typeface="Chalkboard"/>
                <a:ea typeface="Chalkboard"/>
                <a:cs typeface="Chalkboard"/>
              </a:defRPr>
            </a:pPr>
            <a:r>
              <a:rPr sz="1800" b="0">
                <a:solidFill>
                  <a:srgbClr val="F5F0DD"/>
                </a:solidFill>
                <a:latin typeface="Chalkboard"/>
                <a:ea typeface="Chalkboard"/>
                <a:cs typeface="Chalkboard"/>
              </a:rPr>
              <a:t>Finally choose the answer that directly matches the test phrase.</a:t>
            </a:r>
          </a:p>
        </p:txBody>
      </p:sp>
      <p:sp>
        <p:nvSpPr>
          <p:cNvPr id="38" name="">
            <a:extLst xmlns:a="http://schemas.openxmlformats.org/drawingml/2006/main">
              <a:ext uri="{FF2B5EF4-FFF2-40B4-BE49-F238E27FC236}">
                <a16:creationId xmlns:a16="http://schemas.microsoft.com/office/drawing/2014/main" id="{C4476D2A-A040-4083-B2A1-470C57A70E0F}"/>
              </a:ext>
            </a:extLst>
          </p:cNvPr>
          <p:cNvSpPr>
            <a:spLocks xmlns:a="http://schemas.openxmlformats.org/drawingml/2006/main" noGrp="1"/>
          </p:cNvSpPr>
          <p:nvPr/>
        </p:nvSpPr>
        <p:spPr>
          <a:xfrm xmlns:a="http://schemas.openxmlformats.org/drawingml/2006/main">
            <a:off x="1666875" y="5286375"/>
            <a:ext cx="781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2850" b="1">
                <a:solidFill>
                  <a:srgbClr val="F2D46B"/>
                </a:solidFill>
                <a:latin typeface="Chalkboard"/>
                <a:ea typeface="Chalkboard"/>
                <a:cs typeface="Chalkboard"/>
              </a:defRPr>
            </a:pPr>
            <a:r>
              <a:rPr sz="2850" b="1">
                <a:solidFill>
                  <a:srgbClr val="F2D46B"/>
                </a:solidFill>
                <a:latin typeface="Chalkboard"/>
                <a:ea typeface="Chalkboard"/>
                <a:cs typeface="Chalkboard"/>
              </a:rPr>
              <a:t>claim  -&gt;  test phrase  -&gt;  evidence</a:t>
            </a:r>
          </a:p>
        </p:txBody>
      </p:sp>
      <p:sp>
        <p:nvSpPr>
          <p:cNvPr id="39" name="">
            <a:extLst xmlns:a="http://schemas.openxmlformats.org/drawingml/2006/main">
              <a:ext uri="{FF2B5EF4-FFF2-40B4-BE49-F238E27FC236}">
                <a16:creationId xmlns:a16="http://schemas.microsoft.com/office/drawing/2014/main" id="{D4206F92-D066-486B-A855-2221DEEE6E01}"/>
              </a:ext>
            </a:extLst>
          </p:cNvPr>
          <p:cNvSpPr>
            <a:spLocks xmlns:a="http://schemas.openxmlformats.org/drawingml/2006/main" noGrp="1"/>
          </p:cNvSpPr>
          <p:nvPr/>
        </p:nvSpPr>
        <p:spPr>
          <a:xfrm xmlns:a="http://schemas.openxmlformats.org/drawingml/2006/main">
            <a:off x="552450" y="6286500"/>
            <a:ext cx="838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0">
                <a:solidFill>
                  <a:srgbClr val="B8C7B4"/>
                </a:solidFill>
                <a:latin typeface="Chalkboard"/>
                <a:ea typeface="Chalkboard"/>
                <a:cs typeface="Chalkboard"/>
              </a:defRPr>
            </a:pPr>
            <a:r>
              <a:rPr sz="825" b="0">
                <a:solidFill>
                  <a:srgbClr val="B8C7B4"/>
                </a:solidFill>
                <a:latin typeface="Chalkboard"/>
                <a:ea typeface="Chalkboard"/>
                <a:cs typeface="Chalkboard"/>
              </a:rPr>
              <a:t>Adapted as a classroom summary from Khan Academy SAT Reading and Writing: Command of Evidence: Textual.</a:t>
            </a:r>
          </a:p>
        </p:txBody>
      </p:sp>
    </p:spTree>
    <p:extLst>
      <p:ext uri="{BB962C8B-B14F-4D97-AF65-F5344CB8AC3E}">
        <p14:creationId xmlns:p14="http://schemas.microsoft.com/office/powerpoint/2010/main" val="190365924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111F011-774A-4DAD-91BE-AF65E9BB8A7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83B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49E16F4-0432-428E-BFA7-33C69E5F5AF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000">
              <a:alpha val="0"/>
            </a:srgbClr>
          </a:solidFill>
          <a:ln xmlns:a="http://schemas.openxmlformats.org/drawingml/2006/main" w="57150">
            <a:solidFill>
              <a:srgbClr val="0A1712"/>
            </a:solidFill>
            <a:prstDash val="solid"/>
          </a:ln>
        </p:spPr>
      </p:sp>
      <p:sp>
        <p:nvSpPr>
          <p:cNvPr id="3" name="">
            <a:extLst xmlns:a="http://schemas.openxmlformats.org/drawingml/2006/main">
              <a:ext uri="{FF2B5EF4-FFF2-40B4-BE49-F238E27FC236}">
                <a16:creationId xmlns:a16="http://schemas.microsoft.com/office/drawing/2014/main" id="{A1E65192-FBF4-4C88-A28E-6329E1908C28}"/>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02F42A2-5E1C-4EFA-9F00-E2C51CBA6F3D}"/>
              </a:ext>
            </a:extLst>
          </p:cNvPr>
          <p:cNvSpPr>
            <a:spLocks xmlns:a="http://schemas.openxmlformats.org/drawingml/2006/main" noGrp="1"/>
          </p:cNvSpPr>
          <p:nvPr/>
        </p:nvSpPr>
        <p:spPr>
          <a:xfrm xmlns:a="http://schemas.openxmlformats.org/drawingml/2006/main">
            <a:off x="0" y="6629400"/>
            <a:ext cx="12192000" cy="22860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115641D-9331-4C01-B401-C34BC937BAA6}"/>
              </a:ext>
            </a:extLst>
          </p:cNvPr>
          <p:cNvSpPr>
            <a:spLocks xmlns:a="http://schemas.openxmlformats.org/drawingml/2006/main" noGrp="1"/>
          </p:cNvSpPr>
          <p:nvPr/>
        </p:nvSpPr>
        <p:spPr>
          <a:xfrm xmlns:a="http://schemas.openxmlformats.org/drawingml/2006/main">
            <a:off x="552450" y="5524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443F4BD-0014-49B6-8E07-B799646BD682}"/>
              </a:ext>
            </a:extLst>
          </p:cNvPr>
          <p:cNvSpPr>
            <a:spLocks xmlns:a="http://schemas.openxmlformats.org/drawingml/2006/main" noGrp="1"/>
          </p:cNvSpPr>
          <p:nvPr/>
        </p:nvSpPr>
        <p:spPr>
          <a:xfrm xmlns:a="http://schemas.openxmlformats.org/drawingml/2006/main">
            <a:off x="2200275" y="14763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D4570D5-C3AC-4D9B-B822-55CC7FB3046E}"/>
              </a:ext>
            </a:extLst>
          </p:cNvPr>
          <p:cNvSpPr>
            <a:spLocks xmlns:a="http://schemas.openxmlformats.org/drawingml/2006/main" noGrp="1"/>
          </p:cNvSpPr>
          <p:nvPr/>
        </p:nvSpPr>
        <p:spPr>
          <a:xfrm xmlns:a="http://schemas.openxmlformats.org/drawingml/2006/main">
            <a:off x="3848100" y="240030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BA84C10-F364-439E-8419-934136359C41}"/>
              </a:ext>
            </a:extLst>
          </p:cNvPr>
          <p:cNvSpPr>
            <a:spLocks xmlns:a="http://schemas.openxmlformats.org/drawingml/2006/main" noGrp="1"/>
          </p:cNvSpPr>
          <p:nvPr/>
        </p:nvSpPr>
        <p:spPr>
          <a:xfrm xmlns:a="http://schemas.openxmlformats.org/drawingml/2006/main">
            <a:off x="5495925" y="332422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6E4EAE2-EA22-46A3-8946-9D3E19416EA2}"/>
              </a:ext>
            </a:extLst>
          </p:cNvPr>
          <p:cNvSpPr>
            <a:spLocks xmlns:a="http://schemas.openxmlformats.org/drawingml/2006/main" noGrp="1"/>
          </p:cNvSpPr>
          <p:nvPr/>
        </p:nvSpPr>
        <p:spPr>
          <a:xfrm xmlns:a="http://schemas.openxmlformats.org/drawingml/2006/main">
            <a:off x="7143750" y="424815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7721DDF-6B15-419D-A282-16E423D2D936}"/>
              </a:ext>
            </a:extLst>
          </p:cNvPr>
          <p:cNvSpPr>
            <a:spLocks xmlns:a="http://schemas.openxmlformats.org/drawingml/2006/main" noGrp="1"/>
          </p:cNvSpPr>
          <p:nvPr/>
        </p:nvSpPr>
        <p:spPr>
          <a:xfrm xmlns:a="http://schemas.openxmlformats.org/drawingml/2006/main">
            <a:off x="8791575" y="517207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C2AB6AD-EA25-4150-8E2D-0BD9AFF6C14C}"/>
              </a:ext>
            </a:extLst>
          </p:cNvPr>
          <p:cNvSpPr>
            <a:spLocks xmlns:a="http://schemas.openxmlformats.org/drawingml/2006/main" noGrp="1"/>
          </p:cNvSpPr>
          <p:nvPr/>
        </p:nvSpPr>
        <p:spPr>
          <a:xfrm xmlns:a="http://schemas.openxmlformats.org/drawingml/2006/main">
            <a:off x="10439400" y="68580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5012F1A-4A40-4382-8995-B2AECA9B8342}"/>
              </a:ext>
            </a:extLst>
          </p:cNvPr>
          <p:cNvSpPr>
            <a:spLocks xmlns:a="http://schemas.openxmlformats.org/drawingml/2006/main" noGrp="1"/>
          </p:cNvSpPr>
          <p:nvPr/>
        </p:nvSpPr>
        <p:spPr>
          <a:xfrm xmlns:a="http://schemas.openxmlformats.org/drawingml/2006/main">
            <a:off x="1038225" y="160972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C2A3286-5BE5-4447-8B91-4509292BD740}"/>
              </a:ext>
            </a:extLst>
          </p:cNvPr>
          <p:cNvSpPr>
            <a:spLocks xmlns:a="http://schemas.openxmlformats.org/drawingml/2006/main" noGrp="1"/>
          </p:cNvSpPr>
          <p:nvPr/>
        </p:nvSpPr>
        <p:spPr>
          <a:xfrm xmlns:a="http://schemas.openxmlformats.org/drawingml/2006/main">
            <a:off x="2686050" y="253365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8CB7F08-6D78-4CF9-9362-9E5C1787320C}"/>
              </a:ext>
            </a:extLst>
          </p:cNvPr>
          <p:cNvSpPr>
            <a:spLocks xmlns:a="http://schemas.openxmlformats.org/drawingml/2006/main" noGrp="1"/>
          </p:cNvSpPr>
          <p:nvPr/>
        </p:nvSpPr>
        <p:spPr>
          <a:xfrm xmlns:a="http://schemas.openxmlformats.org/drawingml/2006/main">
            <a:off x="4333875" y="345757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D69BBE1-79E2-4DC8-9A72-3A6114B3F883}"/>
              </a:ext>
            </a:extLst>
          </p:cNvPr>
          <p:cNvSpPr>
            <a:spLocks xmlns:a="http://schemas.openxmlformats.org/drawingml/2006/main" noGrp="1"/>
          </p:cNvSpPr>
          <p:nvPr/>
        </p:nvSpPr>
        <p:spPr>
          <a:xfrm xmlns:a="http://schemas.openxmlformats.org/drawingml/2006/main">
            <a:off x="5981700" y="438150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5FBF9DB-6653-4196-AFDD-2E83ACD450E5}"/>
              </a:ext>
            </a:extLst>
          </p:cNvPr>
          <p:cNvSpPr>
            <a:spLocks xmlns:a="http://schemas.openxmlformats.org/drawingml/2006/main" noGrp="1"/>
          </p:cNvSpPr>
          <p:nvPr/>
        </p:nvSpPr>
        <p:spPr>
          <a:xfrm xmlns:a="http://schemas.openxmlformats.org/drawingml/2006/main">
            <a:off x="7629525" y="530542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CF9E7AA-18BC-4A9F-901B-467D185B0018}"/>
              </a:ext>
            </a:extLst>
          </p:cNvPr>
          <p:cNvSpPr>
            <a:spLocks xmlns:a="http://schemas.openxmlformats.org/drawingml/2006/main" noGrp="1"/>
          </p:cNvSpPr>
          <p:nvPr/>
        </p:nvSpPr>
        <p:spPr>
          <a:xfrm xmlns:a="http://schemas.openxmlformats.org/drawingml/2006/main">
            <a:off x="9277350" y="81915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9095557-F4CA-4DA0-BA72-4FA868BF878E}"/>
              </a:ext>
            </a:extLst>
          </p:cNvPr>
          <p:cNvSpPr>
            <a:spLocks xmlns:a="http://schemas.openxmlformats.org/drawingml/2006/main" noGrp="1"/>
          </p:cNvSpPr>
          <p:nvPr/>
        </p:nvSpPr>
        <p:spPr>
          <a:xfrm xmlns:a="http://schemas.openxmlformats.org/drawingml/2006/main">
            <a:off x="10925175" y="174307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5770CF1-1A6C-4129-99C1-525691DEEC21}"/>
              </a:ext>
            </a:extLst>
          </p:cNvPr>
          <p:cNvSpPr>
            <a:spLocks xmlns:a="http://schemas.openxmlformats.org/drawingml/2006/main" noGrp="1"/>
          </p:cNvSpPr>
          <p:nvPr/>
        </p:nvSpPr>
        <p:spPr>
          <a:xfrm xmlns:a="http://schemas.openxmlformats.org/drawingml/2006/main">
            <a:off x="1524000" y="266700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4B5D8F4-93AB-4339-916F-E9EA9FB9844C}"/>
              </a:ext>
            </a:extLst>
          </p:cNvPr>
          <p:cNvSpPr>
            <a:spLocks xmlns:a="http://schemas.openxmlformats.org/drawingml/2006/main" noGrp="1"/>
          </p:cNvSpPr>
          <p:nvPr/>
        </p:nvSpPr>
        <p:spPr>
          <a:xfrm xmlns:a="http://schemas.openxmlformats.org/drawingml/2006/main">
            <a:off x="3171825" y="359092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0022642-0462-48AB-9F60-43F0541722DC}"/>
              </a:ext>
            </a:extLst>
          </p:cNvPr>
          <p:cNvSpPr>
            <a:spLocks xmlns:a="http://schemas.openxmlformats.org/drawingml/2006/main" noGrp="1"/>
          </p:cNvSpPr>
          <p:nvPr/>
        </p:nvSpPr>
        <p:spPr>
          <a:xfrm xmlns:a="http://schemas.openxmlformats.org/drawingml/2006/main">
            <a:off x="4819650" y="451485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7E9776C-68E3-43AD-B63B-B1E6BD91A7BC}"/>
              </a:ext>
            </a:extLst>
          </p:cNvPr>
          <p:cNvSpPr>
            <a:spLocks xmlns:a="http://schemas.openxmlformats.org/drawingml/2006/main" noGrp="1"/>
          </p:cNvSpPr>
          <p:nvPr/>
        </p:nvSpPr>
        <p:spPr>
          <a:xfrm xmlns:a="http://schemas.openxmlformats.org/drawingml/2006/main">
            <a:off x="6467475" y="543877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98013F1-F984-4A08-B78B-8280AD97AE05}"/>
              </a:ext>
            </a:extLst>
          </p:cNvPr>
          <p:cNvSpPr>
            <a:spLocks xmlns:a="http://schemas.openxmlformats.org/drawingml/2006/main" noGrp="1"/>
          </p:cNvSpPr>
          <p:nvPr/>
        </p:nvSpPr>
        <p:spPr>
          <a:xfrm xmlns:a="http://schemas.openxmlformats.org/drawingml/2006/main">
            <a:off x="8115300" y="95250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59E65A2-396A-4041-9D70-A181FFE1E53D}"/>
              </a:ext>
            </a:extLst>
          </p:cNvPr>
          <p:cNvSpPr>
            <a:spLocks xmlns:a="http://schemas.openxmlformats.org/drawingml/2006/main" noGrp="1"/>
          </p:cNvSpPr>
          <p:nvPr/>
        </p:nvSpPr>
        <p:spPr>
          <a:xfrm xmlns:a="http://schemas.openxmlformats.org/drawingml/2006/main">
            <a:off x="9763125" y="187642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379286A6-E7B7-4BD9-9166-8DD7D6DEFCAE}"/>
              </a:ext>
            </a:extLst>
          </p:cNvPr>
          <p:cNvSpPr>
            <a:spLocks xmlns:a="http://schemas.openxmlformats.org/drawingml/2006/main" noGrp="1"/>
          </p:cNvSpPr>
          <p:nvPr/>
        </p:nvSpPr>
        <p:spPr>
          <a:xfrm xmlns:a="http://schemas.openxmlformats.org/drawingml/2006/main">
            <a:off x="11410950" y="28003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8D041D8-33A9-4081-B19C-92A55FF5DAAB}"/>
              </a:ext>
            </a:extLst>
          </p:cNvPr>
          <p:cNvSpPr>
            <a:spLocks xmlns:a="http://schemas.openxmlformats.org/drawingml/2006/main" noGrp="1"/>
          </p:cNvSpPr>
          <p:nvPr/>
        </p:nvSpPr>
        <p:spPr>
          <a:xfrm xmlns:a="http://schemas.openxmlformats.org/drawingml/2006/main">
            <a:off x="2009775" y="37242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ACBA2788-6C9A-4427-BF5C-2BC68B00F07A}"/>
              </a:ext>
            </a:extLst>
          </p:cNvPr>
          <p:cNvSpPr>
            <a:spLocks xmlns:a="http://schemas.openxmlformats.org/drawingml/2006/main" noGrp="1"/>
          </p:cNvSpPr>
          <p:nvPr/>
        </p:nvSpPr>
        <p:spPr>
          <a:xfrm xmlns:a="http://schemas.openxmlformats.org/drawingml/2006/main">
            <a:off x="552450" y="4000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D9DFC8"/>
                </a:solidFill>
                <a:latin typeface="Chalkboard"/>
                <a:ea typeface="Chalkboard"/>
                <a:cs typeface="Chalkboard"/>
              </a:defRPr>
            </a:pPr>
            <a:r>
              <a:rPr sz="1125" b="1">
                <a:solidFill>
                  <a:srgbClr val="D9DFC8"/>
                </a:solidFill>
                <a:latin typeface="Chalkboard"/>
                <a:ea typeface="Chalkboard"/>
                <a:cs typeface="Chalkboard"/>
              </a:rPr>
              <a:t>COMMAND OF EVIDENCE</a:t>
            </a:r>
          </a:p>
        </p:txBody>
      </p:sp>
      <p:sp>
        <p:nvSpPr>
          <p:cNvPr id="28" name="">
            <a:extLst xmlns:a="http://schemas.openxmlformats.org/drawingml/2006/main">
              <a:ext uri="{FF2B5EF4-FFF2-40B4-BE49-F238E27FC236}">
                <a16:creationId xmlns:a16="http://schemas.microsoft.com/office/drawing/2014/main" id="{8B56E268-9B54-4427-BF64-0CDF73FC8D59}"/>
              </a:ext>
            </a:extLst>
          </p:cNvPr>
          <p:cNvSpPr>
            <a:spLocks xmlns:a="http://schemas.openxmlformats.org/drawingml/2006/main" noGrp="1"/>
          </p:cNvSpPr>
          <p:nvPr/>
        </p:nvSpPr>
        <p:spPr>
          <a:xfrm xmlns:a="http://schemas.openxmlformats.org/drawingml/2006/main">
            <a:off x="11001375" y="6191250"/>
            <a:ext cx="60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1650" b="1">
                <a:solidFill>
                  <a:srgbClr val="D9DFC8"/>
                </a:solidFill>
                <a:latin typeface="Chalkboard"/>
                <a:ea typeface="Chalkboard"/>
                <a:cs typeface="Chalkboard"/>
              </a:defRPr>
            </a:pPr>
            <a:r>
              <a:rPr sz="1650" b="1">
                <a:solidFill>
                  <a:srgbClr val="D9DFC8"/>
                </a:solidFill>
                <a:latin typeface="Chalkboard"/>
                <a:ea typeface="Chalkboard"/>
                <a:cs typeface="Chalkboard"/>
              </a:rPr>
              <a:t>03</a:t>
            </a:r>
          </a:p>
        </p:txBody>
      </p:sp>
      <p:sp>
        <p:nvSpPr>
          <p:cNvPr id="29" name="">
            <a:extLst xmlns:a="http://schemas.openxmlformats.org/drawingml/2006/main">
              <a:ext uri="{FF2B5EF4-FFF2-40B4-BE49-F238E27FC236}">
                <a16:creationId xmlns:a16="http://schemas.microsoft.com/office/drawing/2014/main" id="{EE9B232E-D5F4-41F5-A8EC-C9347E086D9A}"/>
              </a:ext>
            </a:extLst>
          </p:cNvPr>
          <p:cNvSpPr>
            <a:spLocks xmlns:a="http://schemas.openxmlformats.org/drawingml/2006/main" noGrp="1"/>
          </p:cNvSpPr>
          <p:nvPr/>
        </p:nvSpPr>
        <p:spPr>
          <a:xfrm xmlns:a="http://schemas.openxmlformats.org/drawingml/2006/main">
            <a:off x="685800" y="904875"/>
            <a:ext cx="8382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4050" b="1">
                <a:solidFill>
                  <a:srgbClr val="F5F0DD"/>
                </a:solidFill>
                <a:latin typeface="Chalkboard"/>
                <a:ea typeface="Chalkboard"/>
                <a:cs typeface="Chalkboard"/>
              </a:defRPr>
            </a:pPr>
            <a:r>
              <a:rPr sz="4050" b="1">
                <a:solidFill>
                  <a:srgbClr val="F5F0DD"/>
                </a:solidFill>
                <a:latin typeface="Chalkboard"/>
                <a:ea typeface="Chalkboard"/>
                <a:cs typeface="Chalkboard"/>
              </a:rPr>
              <a:t>Two Common Forms</a:t>
            </a:r>
          </a:p>
        </p:txBody>
      </p:sp>
      <p:sp>
        <p:nvSpPr>
          <p:cNvPr id="30" name="">
            <a:extLst xmlns:a="http://schemas.openxmlformats.org/drawingml/2006/main">
              <a:ext uri="{FF2B5EF4-FFF2-40B4-BE49-F238E27FC236}">
                <a16:creationId xmlns:a16="http://schemas.microsoft.com/office/drawing/2014/main" id="{C71ABA04-83A4-4428-95B3-73DF09B6A081}"/>
              </a:ext>
            </a:extLst>
          </p:cNvPr>
          <p:cNvSpPr>
            <a:spLocks xmlns:a="http://schemas.openxmlformats.org/drawingml/2006/main" noGrp="1"/>
          </p:cNvSpPr>
          <p:nvPr/>
        </p:nvSpPr>
        <p:spPr>
          <a:xfrm xmlns:a="http://schemas.openxmlformats.org/drawingml/2006/main">
            <a:off x="704850" y="2176463"/>
            <a:ext cx="9105900" cy="28575"/>
          </a:xfrm>
          <a:prstGeom xmlns:a="http://schemas.openxmlformats.org/drawingml/2006/main" prst="rect">
            <a:avLst/>
          </a:prstGeom>
          <a:solidFill xmlns:a="http://schemas.openxmlformats.org/drawingml/2006/main">
            <a:srgbClr val="F2D46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59CCC1B9-DB7E-4201-9F2D-BA61A66CB6F4}"/>
              </a:ext>
            </a:extLst>
          </p:cNvPr>
          <p:cNvSpPr>
            <a:spLocks xmlns:a="http://schemas.openxmlformats.org/drawingml/2006/main" noGrp="1"/>
          </p:cNvSpPr>
          <p:nvPr/>
        </p:nvSpPr>
        <p:spPr>
          <a:xfrm xmlns:a="http://schemas.openxmlformats.org/drawingml/2006/main">
            <a:off x="723900" y="2419350"/>
            <a:ext cx="857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D9DFC8"/>
                </a:solidFill>
                <a:latin typeface="Chalkboard"/>
                <a:ea typeface="Chalkboard"/>
                <a:cs typeface="Chalkboard"/>
              </a:defRPr>
            </a:pPr>
            <a:r>
              <a:rPr sz="1800" b="0">
                <a:solidFill>
                  <a:srgbClr val="D9DFC8"/>
                </a:solidFill>
                <a:latin typeface="Chalkboard"/>
                <a:ea typeface="Chalkboard"/>
                <a:cs typeface="Chalkboard"/>
              </a:rPr>
              <a:t>Same skill, different costume.</a:t>
            </a:r>
          </a:p>
        </p:txBody>
      </p:sp>
      <p:sp>
        <p:nvSpPr>
          <p:cNvPr id="32" name="">
            <a:extLst xmlns:a="http://schemas.openxmlformats.org/drawingml/2006/main">
              <a:ext uri="{FF2B5EF4-FFF2-40B4-BE49-F238E27FC236}">
                <a16:creationId xmlns:a16="http://schemas.microsoft.com/office/drawing/2014/main" id="{8C3CEE77-2EBC-4074-B92C-A2FFBAE6B8BC}"/>
              </a:ext>
            </a:extLst>
          </p:cNvPr>
          <p:cNvSpPr>
            <a:spLocks xmlns:a="http://schemas.openxmlformats.org/drawingml/2006/main" noGrp="1"/>
          </p:cNvSpPr>
          <p:nvPr/>
        </p:nvSpPr>
        <p:spPr>
          <a:xfrm xmlns:a="http://schemas.openxmlformats.org/drawingml/2006/main">
            <a:off x="857250" y="2857500"/>
            <a:ext cx="4762500" cy="2190750"/>
          </a:xfrm>
          <a:prstGeom xmlns:a="http://schemas.openxmlformats.org/drawingml/2006/main" prst="roundRect">
            <a:avLst>
              <a:gd name="adj" fmla="val 3478"/>
            </a:avLst>
          </a:prstGeom>
          <a:solidFill xmlns:a="http://schemas.openxmlformats.org/drawingml/2006/main">
            <a:srgbClr val="FFFFFF">
              <a:alpha val="3137"/>
            </a:srgbClr>
          </a:solidFill>
          <a:ln xmlns:a="http://schemas.openxmlformats.org/drawingml/2006/main" w="19050">
            <a:solidFill>
              <a:srgbClr val="A9D8FF"/>
            </a:solidFill>
            <a:prstDash val="solid"/>
          </a:ln>
        </p:spPr>
      </p:sp>
      <p:sp>
        <p:nvSpPr>
          <p:cNvPr id="33" name="">
            <a:extLst xmlns:a="http://schemas.openxmlformats.org/drawingml/2006/main">
              <a:ext uri="{FF2B5EF4-FFF2-40B4-BE49-F238E27FC236}">
                <a16:creationId xmlns:a16="http://schemas.microsoft.com/office/drawing/2014/main" id="{447E20A1-BCAC-44B9-83EE-005802332D04}"/>
              </a:ext>
            </a:extLst>
          </p:cNvPr>
          <p:cNvSpPr>
            <a:spLocks xmlns:a="http://schemas.openxmlformats.org/drawingml/2006/main" noGrp="1"/>
          </p:cNvSpPr>
          <p:nvPr/>
        </p:nvSpPr>
        <p:spPr>
          <a:xfrm xmlns:a="http://schemas.openxmlformats.org/drawingml/2006/main">
            <a:off x="1066800" y="3028950"/>
            <a:ext cx="434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A9D8FF"/>
                </a:solidFill>
                <a:latin typeface="Chalkboard"/>
                <a:ea typeface="Chalkboard"/>
                <a:cs typeface="Chalkboard"/>
              </a:defRPr>
            </a:pPr>
            <a:r>
              <a:rPr sz="1800" b="1">
                <a:solidFill>
                  <a:srgbClr val="A9D8FF"/>
                </a:solidFill>
                <a:latin typeface="Chalkboard"/>
                <a:ea typeface="Chalkboard"/>
                <a:cs typeface="Chalkboard"/>
              </a:rPr>
              <a:t>Scientific / Social Science</a:t>
            </a:r>
          </a:p>
        </p:txBody>
      </p:sp>
      <p:sp>
        <p:nvSpPr>
          <p:cNvPr id="34" name="">
            <a:extLst xmlns:a="http://schemas.openxmlformats.org/drawingml/2006/main">
              <a:ext uri="{FF2B5EF4-FFF2-40B4-BE49-F238E27FC236}">
                <a16:creationId xmlns:a16="http://schemas.microsoft.com/office/drawing/2014/main" id="{39F5C3BC-77AA-47D2-BC8B-3BB3432B7909}"/>
              </a:ext>
            </a:extLst>
          </p:cNvPr>
          <p:cNvSpPr>
            <a:spLocks xmlns:a="http://schemas.openxmlformats.org/drawingml/2006/main" noGrp="1"/>
          </p:cNvSpPr>
          <p:nvPr/>
        </p:nvSpPr>
        <p:spPr>
          <a:xfrm xmlns:a="http://schemas.openxmlformats.org/drawingml/2006/main">
            <a:off x="1066800" y="3409950"/>
            <a:ext cx="43434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D9DFC8"/>
                </a:solidFill>
                <a:latin typeface="Chalkboard"/>
                <a:ea typeface="Chalkboard"/>
                <a:cs typeface="Chalkboard"/>
              </a:defRPr>
            </a:pPr>
            <a:r>
              <a:rPr sz="1425" b="0">
                <a:solidFill>
                  <a:srgbClr val="D9DFC8"/>
                </a:solidFill>
                <a:latin typeface="Chalkboard"/>
                <a:ea typeface="Chalkboard"/>
                <a:cs typeface="Chalkboard"/>
              </a:rPr>
              <a:t>A researcher has a hypothesis. You choose the experimental result, survey quote, or observation that would support it.</a:t>
            </a:r>
          </a:p>
        </p:txBody>
      </p:sp>
      <p:sp>
        <p:nvSpPr>
          <p:cNvPr id="35" name="">
            <a:extLst xmlns:a="http://schemas.openxmlformats.org/drawingml/2006/main">
              <a:ext uri="{FF2B5EF4-FFF2-40B4-BE49-F238E27FC236}">
                <a16:creationId xmlns:a16="http://schemas.microsoft.com/office/drawing/2014/main" id="{0FCD5B90-64ED-4EBC-B748-13BC59D8D41F}"/>
              </a:ext>
            </a:extLst>
          </p:cNvPr>
          <p:cNvSpPr>
            <a:spLocks xmlns:a="http://schemas.openxmlformats.org/drawingml/2006/main" noGrp="1"/>
          </p:cNvSpPr>
          <p:nvPr/>
        </p:nvSpPr>
        <p:spPr>
          <a:xfrm xmlns:a="http://schemas.openxmlformats.org/drawingml/2006/main">
            <a:off x="6572250" y="2857500"/>
            <a:ext cx="4762500" cy="2190750"/>
          </a:xfrm>
          <a:prstGeom xmlns:a="http://schemas.openxmlformats.org/drawingml/2006/main" prst="roundRect">
            <a:avLst>
              <a:gd name="adj" fmla="val 3478"/>
            </a:avLst>
          </a:prstGeom>
          <a:solidFill xmlns:a="http://schemas.openxmlformats.org/drawingml/2006/main">
            <a:srgbClr val="FFFFFF">
              <a:alpha val="3137"/>
            </a:srgbClr>
          </a:solidFill>
          <a:ln xmlns:a="http://schemas.openxmlformats.org/drawingml/2006/main" w="19050">
            <a:solidFill>
              <a:srgbClr val="9FE3B4"/>
            </a:solidFill>
            <a:prstDash val="solid"/>
          </a:ln>
        </p:spPr>
      </p:sp>
      <p:sp>
        <p:nvSpPr>
          <p:cNvPr id="36" name="">
            <a:extLst xmlns:a="http://schemas.openxmlformats.org/drawingml/2006/main">
              <a:ext uri="{FF2B5EF4-FFF2-40B4-BE49-F238E27FC236}">
                <a16:creationId xmlns:a16="http://schemas.microsoft.com/office/drawing/2014/main" id="{B0C35DF5-07A7-4FE6-A839-61D243A94A2A}"/>
              </a:ext>
            </a:extLst>
          </p:cNvPr>
          <p:cNvSpPr>
            <a:spLocks xmlns:a="http://schemas.openxmlformats.org/drawingml/2006/main" noGrp="1"/>
          </p:cNvSpPr>
          <p:nvPr/>
        </p:nvSpPr>
        <p:spPr>
          <a:xfrm xmlns:a="http://schemas.openxmlformats.org/drawingml/2006/main">
            <a:off x="6781800" y="3028950"/>
            <a:ext cx="434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9FE3B4"/>
                </a:solidFill>
                <a:latin typeface="Chalkboard"/>
                <a:ea typeface="Chalkboard"/>
                <a:cs typeface="Chalkboard"/>
              </a:defRPr>
            </a:pPr>
            <a:r>
              <a:rPr sz="1800" b="1">
                <a:solidFill>
                  <a:srgbClr val="9FE3B4"/>
                </a:solidFill>
                <a:latin typeface="Chalkboard"/>
                <a:ea typeface="Chalkboard"/>
                <a:cs typeface="Chalkboard"/>
              </a:rPr>
              <a:t>Literary</a:t>
            </a:r>
          </a:p>
        </p:txBody>
      </p:sp>
      <p:sp>
        <p:nvSpPr>
          <p:cNvPr id="37" name="">
            <a:extLst xmlns:a="http://schemas.openxmlformats.org/drawingml/2006/main">
              <a:ext uri="{FF2B5EF4-FFF2-40B4-BE49-F238E27FC236}">
                <a16:creationId xmlns:a16="http://schemas.microsoft.com/office/drawing/2014/main" id="{F69736FE-AF28-4B06-9283-08190C5039D0}"/>
              </a:ext>
            </a:extLst>
          </p:cNvPr>
          <p:cNvSpPr>
            <a:spLocks xmlns:a="http://schemas.openxmlformats.org/drawingml/2006/main" noGrp="1"/>
          </p:cNvSpPr>
          <p:nvPr/>
        </p:nvSpPr>
        <p:spPr>
          <a:xfrm xmlns:a="http://schemas.openxmlformats.org/drawingml/2006/main">
            <a:off x="6781800" y="3409950"/>
            <a:ext cx="43434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D9DFC8"/>
                </a:solidFill>
                <a:latin typeface="Chalkboard"/>
                <a:ea typeface="Chalkboard"/>
                <a:cs typeface="Chalkboard"/>
              </a:defRPr>
            </a:pPr>
            <a:r>
              <a:rPr sz="1425" b="0">
                <a:solidFill>
                  <a:srgbClr val="D9DFC8"/>
                </a:solidFill>
                <a:latin typeface="Chalkboard"/>
                <a:ea typeface="Chalkboard"/>
                <a:cs typeface="Chalkboard"/>
              </a:rPr>
              <a:t>A passage makes an interpretation of a poem, play, or story. You choose the quotation that best proves that interpretation.</a:t>
            </a:r>
          </a:p>
        </p:txBody>
      </p:sp>
      <p:sp>
        <p:nvSpPr>
          <p:cNvPr id="38" name="">
            <a:extLst xmlns:a="http://schemas.openxmlformats.org/drawingml/2006/main">
              <a:ext uri="{FF2B5EF4-FFF2-40B4-BE49-F238E27FC236}">
                <a16:creationId xmlns:a16="http://schemas.microsoft.com/office/drawing/2014/main" id="{0CAD779B-6D32-4B84-8759-6823B2E3A794}"/>
              </a:ext>
            </a:extLst>
          </p:cNvPr>
          <p:cNvSpPr>
            <a:spLocks xmlns:a="http://schemas.openxmlformats.org/drawingml/2006/main" noGrp="1"/>
          </p:cNvSpPr>
          <p:nvPr/>
        </p:nvSpPr>
        <p:spPr>
          <a:xfrm xmlns:a="http://schemas.openxmlformats.org/drawingml/2006/main">
            <a:off x="552450" y="6286500"/>
            <a:ext cx="838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0">
                <a:solidFill>
                  <a:srgbClr val="B8C7B4"/>
                </a:solidFill>
                <a:latin typeface="Chalkboard"/>
                <a:ea typeface="Chalkboard"/>
                <a:cs typeface="Chalkboard"/>
              </a:defRPr>
            </a:pPr>
            <a:r>
              <a:rPr sz="825" b="0">
                <a:solidFill>
                  <a:srgbClr val="B8C7B4"/>
                </a:solidFill>
                <a:latin typeface="Chalkboard"/>
                <a:ea typeface="Chalkboard"/>
                <a:cs typeface="Chalkboard"/>
              </a:rPr>
              <a:t>Adapted as a classroom summary from Khan Academy SAT Reading and Writing: Command of Evidence: Textual.</a:t>
            </a:r>
          </a:p>
        </p:txBody>
      </p:sp>
    </p:spTree>
    <p:extLst>
      <p:ext uri="{BB962C8B-B14F-4D97-AF65-F5344CB8AC3E}">
        <p14:creationId xmlns:p14="http://schemas.microsoft.com/office/powerpoint/2010/main" val="36950242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7C32DF3-E236-45D0-AEF3-919A6C07F2E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83B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E2C4A9F-A46C-40DB-9765-A5A190CEED3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000">
              <a:alpha val="0"/>
            </a:srgbClr>
          </a:solidFill>
          <a:ln xmlns:a="http://schemas.openxmlformats.org/drawingml/2006/main" w="57150">
            <a:solidFill>
              <a:srgbClr val="0A1712"/>
            </a:solidFill>
            <a:prstDash val="solid"/>
          </a:ln>
        </p:spPr>
      </p:sp>
      <p:sp>
        <p:nvSpPr>
          <p:cNvPr id="3" name="">
            <a:extLst xmlns:a="http://schemas.openxmlformats.org/drawingml/2006/main">
              <a:ext uri="{FF2B5EF4-FFF2-40B4-BE49-F238E27FC236}">
                <a16:creationId xmlns:a16="http://schemas.microsoft.com/office/drawing/2014/main" id="{2F361A79-253E-417A-9E40-6A4B5CDBEB64}"/>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5AD759B-C126-4245-9BC8-3F9ADAE63D6D}"/>
              </a:ext>
            </a:extLst>
          </p:cNvPr>
          <p:cNvSpPr>
            <a:spLocks xmlns:a="http://schemas.openxmlformats.org/drawingml/2006/main" noGrp="1"/>
          </p:cNvSpPr>
          <p:nvPr/>
        </p:nvSpPr>
        <p:spPr>
          <a:xfrm xmlns:a="http://schemas.openxmlformats.org/drawingml/2006/main">
            <a:off x="0" y="6629400"/>
            <a:ext cx="12192000" cy="22860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698134C-CD27-4BA1-BFB0-EB1C5AAE1416}"/>
              </a:ext>
            </a:extLst>
          </p:cNvPr>
          <p:cNvSpPr>
            <a:spLocks xmlns:a="http://schemas.openxmlformats.org/drawingml/2006/main" noGrp="1"/>
          </p:cNvSpPr>
          <p:nvPr/>
        </p:nvSpPr>
        <p:spPr>
          <a:xfrm xmlns:a="http://schemas.openxmlformats.org/drawingml/2006/main">
            <a:off x="552450" y="5524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8B0484A-C035-43F1-8402-7FCEF1E2779E}"/>
              </a:ext>
            </a:extLst>
          </p:cNvPr>
          <p:cNvSpPr>
            <a:spLocks xmlns:a="http://schemas.openxmlformats.org/drawingml/2006/main" noGrp="1"/>
          </p:cNvSpPr>
          <p:nvPr/>
        </p:nvSpPr>
        <p:spPr>
          <a:xfrm xmlns:a="http://schemas.openxmlformats.org/drawingml/2006/main">
            <a:off x="2200275" y="14763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69C2F0E-ED3C-4565-9363-2FCC1011FF3C}"/>
              </a:ext>
            </a:extLst>
          </p:cNvPr>
          <p:cNvSpPr>
            <a:spLocks xmlns:a="http://schemas.openxmlformats.org/drawingml/2006/main" noGrp="1"/>
          </p:cNvSpPr>
          <p:nvPr/>
        </p:nvSpPr>
        <p:spPr>
          <a:xfrm xmlns:a="http://schemas.openxmlformats.org/drawingml/2006/main">
            <a:off x="3848100" y="240030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472560A-A8BC-4C6A-B044-A9E419D06FF6}"/>
              </a:ext>
            </a:extLst>
          </p:cNvPr>
          <p:cNvSpPr>
            <a:spLocks xmlns:a="http://schemas.openxmlformats.org/drawingml/2006/main" noGrp="1"/>
          </p:cNvSpPr>
          <p:nvPr/>
        </p:nvSpPr>
        <p:spPr>
          <a:xfrm xmlns:a="http://schemas.openxmlformats.org/drawingml/2006/main">
            <a:off x="5495925" y="332422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8B155D0-0130-44DD-B607-E6C0E404C7C8}"/>
              </a:ext>
            </a:extLst>
          </p:cNvPr>
          <p:cNvSpPr>
            <a:spLocks xmlns:a="http://schemas.openxmlformats.org/drawingml/2006/main" noGrp="1"/>
          </p:cNvSpPr>
          <p:nvPr/>
        </p:nvSpPr>
        <p:spPr>
          <a:xfrm xmlns:a="http://schemas.openxmlformats.org/drawingml/2006/main">
            <a:off x="7143750" y="424815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2354689-9408-4403-8DAF-26F7E6BF5A03}"/>
              </a:ext>
            </a:extLst>
          </p:cNvPr>
          <p:cNvSpPr>
            <a:spLocks xmlns:a="http://schemas.openxmlformats.org/drawingml/2006/main" noGrp="1"/>
          </p:cNvSpPr>
          <p:nvPr/>
        </p:nvSpPr>
        <p:spPr>
          <a:xfrm xmlns:a="http://schemas.openxmlformats.org/drawingml/2006/main">
            <a:off x="8791575" y="517207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E122E2C-C6D5-41BB-B3AF-094200EC3C1B}"/>
              </a:ext>
            </a:extLst>
          </p:cNvPr>
          <p:cNvSpPr>
            <a:spLocks xmlns:a="http://schemas.openxmlformats.org/drawingml/2006/main" noGrp="1"/>
          </p:cNvSpPr>
          <p:nvPr/>
        </p:nvSpPr>
        <p:spPr>
          <a:xfrm xmlns:a="http://schemas.openxmlformats.org/drawingml/2006/main">
            <a:off x="10439400" y="68580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A9DAD29-AF24-4590-915E-B5EAEF4D35E2}"/>
              </a:ext>
            </a:extLst>
          </p:cNvPr>
          <p:cNvSpPr>
            <a:spLocks xmlns:a="http://schemas.openxmlformats.org/drawingml/2006/main" noGrp="1"/>
          </p:cNvSpPr>
          <p:nvPr/>
        </p:nvSpPr>
        <p:spPr>
          <a:xfrm xmlns:a="http://schemas.openxmlformats.org/drawingml/2006/main">
            <a:off x="1038225" y="160972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E0FEBBC-07B6-4FD9-893E-731271FCD296}"/>
              </a:ext>
            </a:extLst>
          </p:cNvPr>
          <p:cNvSpPr>
            <a:spLocks xmlns:a="http://schemas.openxmlformats.org/drawingml/2006/main" noGrp="1"/>
          </p:cNvSpPr>
          <p:nvPr/>
        </p:nvSpPr>
        <p:spPr>
          <a:xfrm xmlns:a="http://schemas.openxmlformats.org/drawingml/2006/main">
            <a:off x="2686050" y="253365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A687F74-6868-47D3-A428-7BF2216BAF25}"/>
              </a:ext>
            </a:extLst>
          </p:cNvPr>
          <p:cNvSpPr>
            <a:spLocks xmlns:a="http://schemas.openxmlformats.org/drawingml/2006/main" noGrp="1"/>
          </p:cNvSpPr>
          <p:nvPr/>
        </p:nvSpPr>
        <p:spPr>
          <a:xfrm xmlns:a="http://schemas.openxmlformats.org/drawingml/2006/main">
            <a:off x="4333875" y="345757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5EC3B87-B521-4958-9FAE-23CD9D4EFAF7}"/>
              </a:ext>
            </a:extLst>
          </p:cNvPr>
          <p:cNvSpPr>
            <a:spLocks xmlns:a="http://schemas.openxmlformats.org/drawingml/2006/main" noGrp="1"/>
          </p:cNvSpPr>
          <p:nvPr/>
        </p:nvSpPr>
        <p:spPr>
          <a:xfrm xmlns:a="http://schemas.openxmlformats.org/drawingml/2006/main">
            <a:off x="5981700" y="438150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2E3848B-4DDD-4B2F-BA15-50F36DD96987}"/>
              </a:ext>
            </a:extLst>
          </p:cNvPr>
          <p:cNvSpPr>
            <a:spLocks xmlns:a="http://schemas.openxmlformats.org/drawingml/2006/main" noGrp="1"/>
          </p:cNvSpPr>
          <p:nvPr/>
        </p:nvSpPr>
        <p:spPr>
          <a:xfrm xmlns:a="http://schemas.openxmlformats.org/drawingml/2006/main">
            <a:off x="7629525" y="530542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0B9FB4E-DF29-42B8-A79D-8F9E982E122D}"/>
              </a:ext>
            </a:extLst>
          </p:cNvPr>
          <p:cNvSpPr>
            <a:spLocks xmlns:a="http://schemas.openxmlformats.org/drawingml/2006/main" noGrp="1"/>
          </p:cNvSpPr>
          <p:nvPr/>
        </p:nvSpPr>
        <p:spPr>
          <a:xfrm xmlns:a="http://schemas.openxmlformats.org/drawingml/2006/main">
            <a:off x="9277350" y="81915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3C00B8E-91B2-4F4A-BC7C-356902FD300E}"/>
              </a:ext>
            </a:extLst>
          </p:cNvPr>
          <p:cNvSpPr>
            <a:spLocks xmlns:a="http://schemas.openxmlformats.org/drawingml/2006/main" noGrp="1"/>
          </p:cNvSpPr>
          <p:nvPr/>
        </p:nvSpPr>
        <p:spPr>
          <a:xfrm xmlns:a="http://schemas.openxmlformats.org/drawingml/2006/main">
            <a:off x="10925175" y="174307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5A03060-28B5-45DA-B5B4-33F760081C6E}"/>
              </a:ext>
            </a:extLst>
          </p:cNvPr>
          <p:cNvSpPr>
            <a:spLocks xmlns:a="http://schemas.openxmlformats.org/drawingml/2006/main" noGrp="1"/>
          </p:cNvSpPr>
          <p:nvPr/>
        </p:nvSpPr>
        <p:spPr>
          <a:xfrm xmlns:a="http://schemas.openxmlformats.org/drawingml/2006/main">
            <a:off x="1524000" y="266700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285B432-B9E5-418E-8A8B-0CE02669A4A3}"/>
              </a:ext>
            </a:extLst>
          </p:cNvPr>
          <p:cNvSpPr>
            <a:spLocks xmlns:a="http://schemas.openxmlformats.org/drawingml/2006/main" noGrp="1"/>
          </p:cNvSpPr>
          <p:nvPr/>
        </p:nvSpPr>
        <p:spPr>
          <a:xfrm xmlns:a="http://schemas.openxmlformats.org/drawingml/2006/main">
            <a:off x="3171825" y="359092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65F9DC9-672D-4DA2-BA74-0888CFE1AEE8}"/>
              </a:ext>
            </a:extLst>
          </p:cNvPr>
          <p:cNvSpPr>
            <a:spLocks xmlns:a="http://schemas.openxmlformats.org/drawingml/2006/main" noGrp="1"/>
          </p:cNvSpPr>
          <p:nvPr/>
        </p:nvSpPr>
        <p:spPr>
          <a:xfrm xmlns:a="http://schemas.openxmlformats.org/drawingml/2006/main">
            <a:off x="4819650" y="451485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2B81563-6E6D-494D-9CE1-CCECAF67100E}"/>
              </a:ext>
            </a:extLst>
          </p:cNvPr>
          <p:cNvSpPr>
            <a:spLocks xmlns:a="http://schemas.openxmlformats.org/drawingml/2006/main" noGrp="1"/>
          </p:cNvSpPr>
          <p:nvPr/>
        </p:nvSpPr>
        <p:spPr>
          <a:xfrm xmlns:a="http://schemas.openxmlformats.org/drawingml/2006/main">
            <a:off x="6467475" y="543877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3433232-229E-4903-A349-EAAD252222BB}"/>
              </a:ext>
            </a:extLst>
          </p:cNvPr>
          <p:cNvSpPr>
            <a:spLocks xmlns:a="http://schemas.openxmlformats.org/drawingml/2006/main" noGrp="1"/>
          </p:cNvSpPr>
          <p:nvPr/>
        </p:nvSpPr>
        <p:spPr>
          <a:xfrm xmlns:a="http://schemas.openxmlformats.org/drawingml/2006/main">
            <a:off x="8115300" y="95250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A145B6C-A0D6-476B-83F0-4C73F4796690}"/>
              </a:ext>
            </a:extLst>
          </p:cNvPr>
          <p:cNvSpPr>
            <a:spLocks xmlns:a="http://schemas.openxmlformats.org/drawingml/2006/main" noGrp="1"/>
          </p:cNvSpPr>
          <p:nvPr/>
        </p:nvSpPr>
        <p:spPr>
          <a:xfrm xmlns:a="http://schemas.openxmlformats.org/drawingml/2006/main">
            <a:off x="9763125" y="187642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AB914BB4-96CD-4571-B6C8-36EEA484184C}"/>
              </a:ext>
            </a:extLst>
          </p:cNvPr>
          <p:cNvSpPr>
            <a:spLocks xmlns:a="http://schemas.openxmlformats.org/drawingml/2006/main" noGrp="1"/>
          </p:cNvSpPr>
          <p:nvPr/>
        </p:nvSpPr>
        <p:spPr>
          <a:xfrm xmlns:a="http://schemas.openxmlformats.org/drawingml/2006/main">
            <a:off x="11410950" y="28003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EEE5EF5-9FE8-41D4-AF3C-D7022EF1A8FC}"/>
              </a:ext>
            </a:extLst>
          </p:cNvPr>
          <p:cNvSpPr>
            <a:spLocks xmlns:a="http://schemas.openxmlformats.org/drawingml/2006/main" noGrp="1"/>
          </p:cNvSpPr>
          <p:nvPr/>
        </p:nvSpPr>
        <p:spPr>
          <a:xfrm xmlns:a="http://schemas.openxmlformats.org/drawingml/2006/main">
            <a:off x="2009775" y="37242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A2FB5CE-54DE-4F13-8A0C-54B592683A31}"/>
              </a:ext>
            </a:extLst>
          </p:cNvPr>
          <p:cNvSpPr>
            <a:spLocks xmlns:a="http://schemas.openxmlformats.org/drawingml/2006/main" noGrp="1"/>
          </p:cNvSpPr>
          <p:nvPr/>
        </p:nvSpPr>
        <p:spPr>
          <a:xfrm xmlns:a="http://schemas.openxmlformats.org/drawingml/2006/main">
            <a:off x="552450" y="4000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D9DFC8"/>
                </a:solidFill>
                <a:latin typeface="Chalkboard"/>
                <a:ea typeface="Chalkboard"/>
                <a:cs typeface="Chalkboard"/>
              </a:defRPr>
            </a:pPr>
            <a:r>
              <a:rPr sz="1125" b="1">
                <a:solidFill>
                  <a:srgbClr val="D9DFC8"/>
                </a:solidFill>
                <a:latin typeface="Chalkboard"/>
                <a:ea typeface="Chalkboard"/>
                <a:cs typeface="Chalkboard"/>
              </a:rPr>
              <a:t>COMMAND OF EVIDENCE</a:t>
            </a:r>
          </a:p>
        </p:txBody>
      </p:sp>
      <p:sp>
        <p:nvSpPr>
          <p:cNvPr id="28" name="">
            <a:extLst xmlns:a="http://schemas.openxmlformats.org/drawingml/2006/main">
              <a:ext uri="{FF2B5EF4-FFF2-40B4-BE49-F238E27FC236}">
                <a16:creationId xmlns:a16="http://schemas.microsoft.com/office/drawing/2014/main" id="{9B83D54B-0C1C-4B68-AE73-6F5951B93DAC}"/>
              </a:ext>
            </a:extLst>
          </p:cNvPr>
          <p:cNvSpPr>
            <a:spLocks xmlns:a="http://schemas.openxmlformats.org/drawingml/2006/main" noGrp="1"/>
          </p:cNvSpPr>
          <p:nvPr/>
        </p:nvSpPr>
        <p:spPr>
          <a:xfrm xmlns:a="http://schemas.openxmlformats.org/drawingml/2006/main">
            <a:off x="11001375" y="6191250"/>
            <a:ext cx="60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1650" b="1">
                <a:solidFill>
                  <a:srgbClr val="D9DFC8"/>
                </a:solidFill>
                <a:latin typeface="Chalkboard"/>
                <a:ea typeface="Chalkboard"/>
                <a:cs typeface="Chalkboard"/>
              </a:defRPr>
            </a:pPr>
            <a:r>
              <a:rPr sz="1650" b="1">
                <a:solidFill>
                  <a:srgbClr val="D9DFC8"/>
                </a:solidFill>
                <a:latin typeface="Chalkboard"/>
                <a:ea typeface="Chalkboard"/>
                <a:cs typeface="Chalkboard"/>
              </a:rPr>
              <a:t>04</a:t>
            </a:r>
          </a:p>
        </p:txBody>
      </p:sp>
      <p:sp>
        <p:nvSpPr>
          <p:cNvPr id="29" name="">
            <a:extLst xmlns:a="http://schemas.openxmlformats.org/drawingml/2006/main">
              <a:ext uri="{FF2B5EF4-FFF2-40B4-BE49-F238E27FC236}">
                <a16:creationId xmlns:a16="http://schemas.microsoft.com/office/drawing/2014/main" id="{62297A11-A775-421E-A131-A4C42E5962E3}"/>
              </a:ext>
            </a:extLst>
          </p:cNvPr>
          <p:cNvSpPr>
            <a:spLocks xmlns:a="http://schemas.openxmlformats.org/drawingml/2006/main" noGrp="1"/>
          </p:cNvSpPr>
          <p:nvPr/>
        </p:nvSpPr>
        <p:spPr>
          <a:xfrm xmlns:a="http://schemas.openxmlformats.org/drawingml/2006/main">
            <a:off x="685800" y="904875"/>
            <a:ext cx="8382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4050" b="1">
                <a:solidFill>
                  <a:srgbClr val="F5F0DD"/>
                </a:solidFill>
                <a:latin typeface="Chalkboard"/>
                <a:ea typeface="Chalkboard"/>
                <a:cs typeface="Chalkboard"/>
              </a:defRPr>
            </a:pPr>
            <a:r>
              <a:rPr sz="4050" b="1">
                <a:solidFill>
                  <a:srgbClr val="F5F0DD"/>
                </a:solidFill>
                <a:latin typeface="Chalkboard"/>
                <a:ea typeface="Chalkboard"/>
                <a:cs typeface="Chalkboard"/>
              </a:rPr>
              <a:t>The Three-Step Method</a:t>
            </a:r>
          </a:p>
        </p:txBody>
      </p:sp>
      <p:sp>
        <p:nvSpPr>
          <p:cNvPr id="30" name="">
            <a:extLst xmlns:a="http://schemas.openxmlformats.org/drawingml/2006/main">
              <a:ext uri="{FF2B5EF4-FFF2-40B4-BE49-F238E27FC236}">
                <a16:creationId xmlns:a16="http://schemas.microsoft.com/office/drawing/2014/main" id="{03AED5A1-A03F-4AD9-B61D-6B7F0DF71CE7}"/>
              </a:ext>
            </a:extLst>
          </p:cNvPr>
          <p:cNvSpPr>
            <a:spLocks xmlns:a="http://schemas.openxmlformats.org/drawingml/2006/main" noGrp="1"/>
          </p:cNvSpPr>
          <p:nvPr/>
        </p:nvSpPr>
        <p:spPr>
          <a:xfrm xmlns:a="http://schemas.openxmlformats.org/drawingml/2006/main">
            <a:off x="704850" y="2176463"/>
            <a:ext cx="9105900" cy="28575"/>
          </a:xfrm>
          <a:prstGeom xmlns:a="http://schemas.openxmlformats.org/drawingml/2006/main" prst="rect">
            <a:avLst/>
          </a:prstGeom>
          <a:solidFill xmlns:a="http://schemas.openxmlformats.org/drawingml/2006/main">
            <a:srgbClr val="F2D46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7BDD424D-26C1-4531-9C21-5E0E72B15B40}"/>
              </a:ext>
            </a:extLst>
          </p:cNvPr>
          <p:cNvSpPr>
            <a:spLocks xmlns:a="http://schemas.openxmlformats.org/drawingml/2006/main" noGrp="1"/>
          </p:cNvSpPr>
          <p:nvPr/>
        </p:nvSpPr>
        <p:spPr>
          <a:xfrm xmlns:a="http://schemas.openxmlformats.org/drawingml/2006/main">
            <a:off x="723900" y="2419350"/>
            <a:ext cx="857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D9DFC8"/>
                </a:solidFill>
                <a:latin typeface="Chalkboard"/>
                <a:ea typeface="Chalkboard"/>
                <a:cs typeface="Chalkboard"/>
              </a:defRPr>
            </a:pPr>
            <a:r>
              <a:rPr sz="1800" b="0">
                <a:solidFill>
                  <a:srgbClr val="D9DFC8"/>
                </a:solidFill>
                <a:latin typeface="Chalkboard"/>
                <a:ea typeface="Chalkboard"/>
                <a:cs typeface="Chalkboard"/>
              </a:rPr>
              <a:t>This is the repeatable routine.</a:t>
            </a:r>
          </a:p>
        </p:txBody>
      </p:sp>
      <p:sp>
        <p:nvSpPr>
          <p:cNvPr id="32" name="">
            <a:extLst xmlns:a="http://schemas.openxmlformats.org/drawingml/2006/main">
              <a:ext uri="{FF2B5EF4-FFF2-40B4-BE49-F238E27FC236}">
                <a16:creationId xmlns:a16="http://schemas.microsoft.com/office/drawing/2014/main" id="{AAA76596-911D-4D60-8CB9-B2F6D5891B97}"/>
              </a:ext>
            </a:extLst>
          </p:cNvPr>
          <p:cNvSpPr>
            <a:spLocks xmlns:a="http://schemas.openxmlformats.org/drawingml/2006/main" noGrp="1"/>
          </p:cNvSpPr>
          <p:nvPr/>
        </p:nvSpPr>
        <p:spPr>
          <a:xfrm xmlns:a="http://schemas.openxmlformats.org/drawingml/2006/main">
            <a:off x="838200" y="3095625"/>
            <a:ext cx="3000375" cy="1809750"/>
          </a:xfrm>
          <a:prstGeom xmlns:a="http://schemas.openxmlformats.org/drawingml/2006/main" prst="roundRect">
            <a:avLst>
              <a:gd name="adj" fmla="val 4211"/>
            </a:avLst>
          </a:prstGeom>
          <a:solidFill xmlns:a="http://schemas.openxmlformats.org/drawingml/2006/main">
            <a:srgbClr val="FFFFFF">
              <a:alpha val="3137"/>
            </a:srgbClr>
          </a:solidFill>
          <a:ln xmlns:a="http://schemas.openxmlformats.org/drawingml/2006/main" w="19050">
            <a:solidFill>
              <a:srgbClr val="F2D46B"/>
            </a:solidFill>
            <a:prstDash val="solid"/>
          </a:ln>
        </p:spPr>
      </p:sp>
      <p:sp>
        <p:nvSpPr>
          <p:cNvPr id="33" name="">
            <a:extLst xmlns:a="http://schemas.openxmlformats.org/drawingml/2006/main">
              <a:ext uri="{FF2B5EF4-FFF2-40B4-BE49-F238E27FC236}">
                <a16:creationId xmlns:a16="http://schemas.microsoft.com/office/drawing/2014/main" id="{6D47B9F8-7E50-403F-A46E-08FCEAFB2CCE}"/>
              </a:ext>
            </a:extLst>
          </p:cNvPr>
          <p:cNvSpPr>
            <a:spLocks xmlns:a="http://schemas.openxmlformats.org/drawingml/2006/main" noGrp="1"/>
          </p:cNvSpPr>
          <p:nvPr/>
        </p:nvSpPr>
        <p:spPr>
          <a:xfrm xmlns:a="http://schemas.openxmlformats.org/drawingml/2006/main">
            <a:off x="1047750" y="3267075"/>
            <a:ext cx="2581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2D46B"/>
                </a:solidFill>
                <a:latin typeface="Chalkboard"/>
                <a:ea typeface="Chalkboard"/>
                <a:cs typeface="Chalkboard"/>
              </a:defRPr>
            </a:pPr>
            <a:r>
              <a:rPr sz="1800" b="1">
                <a:solidFill>
                  <a:srgbClr val="F2D46B"/>
                </a:solidFill>
                <a:latin typeface="Chalkboard"/>
                <a:ea typeface="Chalkboard"/>
                <a:cs typeface="Chalkboard"/>
              </a:rPr>
              <a:t>1. Identify</a:t>
            </a:r>
          </a:p>
        </p:txBody>
      </p:sp>
      <p:sp>
        <p:nvSpPr>
          <p:cNvPr id="34" name="">
            <a:extLst xmlns:a="http://schemas.openxmlformats.org/drawingml/2006/main">
              <a:ext uri="{FF2B5EF4-FFF2-40B4-BE49-F238E27FC236}">
                <a16:creationId xmlns:a16="http://schemas.microsoft.com/office/drawing/2014/main" id="{AD6FA8A4-C38F-402A-8F11-70D6BCCA04DA}"/>
              </a:ext>
            </a:extLst>
          </p:cNvPr>
          <p:cNvSpPr>
            <a:spLocks xmlns:a="http://schemas.openxmlformats.org/drawingml/2006/main" noGrp="1"/>
          </p:cNvSpPr>
          <p:nvPr/>
        </p:nvSpPr>
        <p:spPr>
          <a:xfrm xmlns:a="http://schemas.openxmlformats.org/drawingml/2006/main">
            <a:off x="1047750" y="3648075"/>
            <a:ext cx="25812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D9DFC8"/>
                </a:solidFill>
                <a:latin typeface="Chalkboard"/>
                <a:ea typeface="Chalkboard"/>
                <a:cs typeface="Chalkboard"/>
              </a:defRPr>
            </a:pPr>
            <a:r>
              <a:rPr sz="1425" b="0">
                <a:solidFill>
                  <a:srgbClr val="D9DFC8"/>
                </a:solidFill>
                <a:latin typeface="Chalkboard"/>
                <a:ea typeface="Chalkboard"/>
                <a:cs typeface="Chalkboard"/>
              </a:rPr>
              <a:t>Underline the claim. Ask: What must the answer prove?</a:t>
            </a:r>
          </a:p>
        </p:txBody>
      </p:sp>
      <p:sp>
        <p:nvSpPr>
          <p:cNvPr id="35" name="">
            <a:extLst xmlns:a="http://schemas.openxmlformats.org/drawingml/2006/main">
              <a:ext uri="{FF2B5EF4-FFF2-40B4-BE49-F238E27FC236}">
                <a16:creationId xmlns:a16="http://schemas.microsoft.com/office/drawing/2014/main" id="{8FB60533-77E2-4709-98F6-FEB93FEC68C2}"/>
              </a:ext>
            </a:extLst>
          </p:cNvPr>
          <p:cNvSpPr>
            <a:spLocks xmlns:a="http://schemas.openxmlformats.org/drawingml/2006/main" noGrp="1"/>
          </p:cNvSpPr>
          <p:nvPr/>
        </p:nvSpPr>
        <p:spPr>
          <a:xfrm xmlns:a="http://schemas.openxmlformats.org/drawingml/2006/main">
            <a:off x="4591050" y="3095625"/>
            <a:ext cx="3000375" cy="1809750"/>
          </a:xfrm>
          <a:prstGeom xmlns:a="http://schemas.openxmlformats.org/drawingml/2006/main" prst="roundRect">
            <a:avLst>
              <a:gd name="adj" fmla="val 4211"/>
            </a:avLst>
          </a:prstGeom>
          <a:solidFill xmlns:a="http://schemas.openxmlformats.org/drawingml/2006/main">
            <a:srgbClr val="FFFFFF">
              <a:alpha val="3137"/>
            </a:srgbClr>
          </a:solidFill>
          <a:ln xmlns:a="http://schemas.openxmlformats.org/drawingml/2006/main" w="19050">
            <a:solidFill>
              <a:srgbClr val="9FE3B4"/>
            </a:solidFill>
            <a:prstDash val="solid"/>
          </a:ln>
        </p:spPr>
      </p:sp>
      <p:sp>
        <p:nvSpPr>
          <p:cNvPr id="36" name="">
            <a:extLst xmlns:a="http://schemas.openxmlformats.org/drawingml/2006/main">
              <a:ext uri="{FF2B5EF4-FFF2-40B4-BE49-F238E27FC236}">
                <a16:creationId xmlns:a16="http://schemas.microsoft.com/office/drawing/2014/main" id="{5A90EF65-012D-4356-A76A-4FF0BF9549D1}"/>
              </a:ext>
            </a:extLst>
          </p:cNvPr>
          <p:cNvSpPr>
            <a:spLocks xmlns:a="http://schemas.openxmlformats.org/drawingml/2006/main" noGrp="1"/>
          </p:cNvSpPr>
          <p:nvPr/>
        </p:nvSpPr>
        <p:spPr>
          <a:xfrm xmlns:a="http://schemas.openxmlformats.org/drawingml/2006/main">
            <a:off x="4800600" y="3267075"/>
            <a:ext cx="2581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9FE3B4"/>
                </a:solidFill>
                <a:latin typeface="Chalkboard"/>
                <a:ea typeface="Chalkboard"/>
                <a:cs typeface="Chalkboard"/>
              </a:defRPr>
            </a:pPr>
            <a:r>
              <a:rPr sz="1800" b="1">
                <a:solidFill>
                  <a:srgbClr val="9FE3B4"/>
                </a:solidFill>
                <a:latin typeface="Chalkboard"/>
                <a:ea typeface="Chalkboard"/>
                <a:cs typeface="Chalkboard"/>
              </a:rPr>
              <a:t>2. Rephrase</a:t>
            </a:r>
          </a:p>
        </p:txBody>
      </p:sp>
      <p:sp>
        <p:nvSpPr>
          <p:cNvPr id="37" name="">
            <a:extLst xmlns:a="http://schemas.openxmlformats.org/drawingml/2006/main">
              <a:ext uri="{FF2B5EF4-FFF2-40B4-BE49-F238E27FC236}">
                <a16:creationId xmlns:a16="http://schemas.microsoft.com/office/drawing/2014/main" id="{06065318-DEE8-448B-9C01-B7292EE15B2C}"/>
              </a:ext>
            </a:extLst>
          </p:cNvPr>
          <p:cNvSpPr>
            <a:spLocks xmlns:a="http://schemas.openxmlformats.org/drawingml/2006/main" noGrp="1"/>
          </p:cNvSpPr>
          <p:nvPr/>
        </p:nvSpPr>
        <p:spPr>
          <a:xfrm xmlns:a="http://schemas.openxmlformats.org/drawingml/2006/main">
            <a:off x="4800600" y="3648075"/>
            <a:ext cx="25812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D9DFC8"/>
                </a:solidFill>
                <a:latin typeface="Chalkboard"/>
                <a:ea typeface="Chalkboard"/>
                <a:cs typeface="Chalkboard"/>
              </a:defRPr>
            </a:pPr>
            <a:r>
              <a:rPr sz="1425" b="0">
                <a:solidFill>
                  <a:srgbClr val="D9DFC8"/>
                </a:solidFill>
                <a:latin typeface="Chalkboard"/>
                <a:ea typeface="Chalkboard"/>
                <a:cs typeface="Chalkboard"/>
              </a:rPr>
              <a:t>Convert the claim into a simple test phrase with plain words.</a:t>
            </a:r>
          </a:p>
        </p:txBody>
      </p:sp>
      <p:sp>
        <p:nvSpPr>
          <p:cNvPr id="38" name="">
            <a:extLst xmlns:a="http://schemas.openxmlformats.org/drawingml/2006/main">
              <a:ext uri="{FF2B5EF4-FFF2-40B4-BE49-F238E27FC236}">
                <a16:creationId xmlns:a16="http://schemas.microsoft.com/office/drawing/2014/main" id="{A2A512BE-057C-46BA-A2BD-BF24C5680BCC}"/>
              </a:ext>
            </a:extLst>
          </p:cNvPr>
          <p:cNvSpPr>
            <a:spLocks xmlns:a="http://schemas.openxmlformats.org/drawingml/2006/main" noGrp="1"/>
          </p:cNvSpPr>
          <p:nvPr/>
        </p:nvSpPr>
        <p:spPr>
          <a:xfrm xmlns:a="http://schemas.openxmlformats.org/drawingml/2006/main">
            <a:off x="8343900" y="3095625"/>
            <a:ext cx="3000375" cy="1809750"/>
          </a:xfrm>
          <a:prstGeom xmlns:a="http://schemas.openxmlformats.org/drawingml/2006/main" prst="roundRect">
            <a:avLst>
              <a:gd name="adj" fmla="val 4211"/>
            </a:avLst>
          </a:prstGeom>
          <a:solidFill xmlns:a="http://schemas.openxmlformats.org/drawingml/2006/main">
            <a:srgbClr val="FFFFFF">
              <a:alpha val="3137"/>
            </a:srgbClr>
          </a:solidFill>
          <a:ln xmlns:a="http://schemas.openxmlformats.org/drawingml/2006/main" w="19050">
            <a:solidFill>
              <a:srgbClr val="F29B91"/>
            </a:solidFill>
            <a:prstDash val="solid"/>
          </a:ln>
        </p:spPr>
      </p:sp>
      <p:sp>
        <p:nvSpPr>
          <p:cNvPr id="39" name="">
            <a:extLst xmlns:a="http://schemas.openxmlformats.org/drawingml/2006/main">
              <a:ext uri="{FF2B5EF4-FFF2-40B4-BE49-F238E27FC236}">
                <a16:creationId xmlns:a16="http://schemas.microsoft.com/office/drawing/2014/main" id="{1E9F4E13-56F9-4FDD-A31C-5A36C0CEA57D}"/>
              </a:ext>
            </a:extLst>
          </p:cNvPr>
          <p:cNvSpPr>
            <a:spLocks xmlns:a="http://schemas.openxmlformats.org/drawingml/2006/main" noGrp="1"/>
          </p:cNvSpPr>
          <p:nvPr/>
        </p:nvSpPr>
        <p:spPr>
          <a:xfrm xmlns:a="http://schemas.openxmlformats.org/drawingml/2006/main">
            <a:off x="8553450" y="3267075"/>
            <a:ext cx="2581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29B91"/>
                </a:solidFill>
                <a:latin typeface="Chalkboard"/>
                <a:ea typeface="Chalkboard"/>
                <a:cs typeface="Chalkboard"/>
              </a:defRPr>
            </a:pPr>
            <a:r>
              <a:rPr sz="1800" b="1">
                <a:solidFill>
                  <a:srgbClr val="F29B91"/>
                </a:solidFill>
                <a:latin typeface="Chalkboard"/>
                <a:ea typeface="Chalkboard"/>
                <a:cs typeface="Chalkboard"/>
              </a:rPr>
              <a:t>3. Test</a:t>
            </a:r>
          </a:p>
        </p:txBody>
      </p:sp>
      <p:sp>
        <p:nvSpPr>
          <p:cNvPr id="40" name="">
            <a:extLst xmlns:a="http://schemas.openxmlformats.org/drawingml/2006/main">
              <a:ext uri="{FF2B5EF4-FFF2-40B4-BE49-F238E27FC236}">
                <a16:creationId xmlns:a16="http://schemas.microsoft.com/office/drawing/2014/main" id="{A863E2EC-5E71-48CD-8FDE-A6E71ADA7DDE}"/>
              </a:ext>
            </a:extLst>
          </p:cNvPr>
          <p:cNvSpPr>
            <a:spLocks xmlns:a="http://schemas.openxmlformats.org/drawingml/2006/main" noGrp="1"/>
          </p:cNvSpPr>
          <p:nvPr/>
        </p:nvSpPr>
        <p:spPr>
          <a:xfrm xmlns:a="http://schemas.openxmlformats.org/drawingml/2006/main">
            <a:off x="8553450" y="3648075"/>
            <a:ext cx="25812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D9DFC8"/>
                </a:solidFill>
                <a:latin typeface="Chalkboard"/>
                <a:ea typeface="Chalkboard"/>
                <a:cs typeface="Chalkboard"/>
              </a:defRPr>
            </a:pPr>
            <a:r>
              <a:rPr sz="1425" b="0">
                <a:solidFill>
                  <a:srgbClr val="D9DFC8"/>
                </a:solidFill>
                <a:latin typeface="Chalkboard"/>
                <a:ea typeface="Chalkboard"/>
                <a:cs typeface="Chalkboard"/>
              </a:rPr>
              <a:t>Compare each choice to the test phrase. Eliminate almost-right choices.</a:t>
            </a:r>
          </a:p>
        </p:txBody>
      </p:sp>
      <p:sp>
        <p:nvSpPr>
          <p:cNvPr id="41" name="">
            <a:extLst xmlns:a="http://schemas.openxmlformats.org/drawingml/2006/main">
              <a:ext uri="{FF2B5EF4-FFF2-40B4-BE49-F238E27FC236}">
                <a16:creationId xmlns:a16="http://schemas.microsoft.com/office/drawing/2014/main" id="{0F6F4ED3-2553-4FCF-BCF5-3F3E26170FB4}"/>
              </a:ext>
            </a:extLst>
          </p:cNvPr>
          <p:cNvSpPr>
            <a:spLocks xmlns:a="http://schemas.openxmlformats.org/drawingml/2006/main" noGrp="1"/>
          </p:cNvSpPr>
          <p:nvPr/>
        </p:nvSpPr>
        <p:spPr>
          <a:xfrm xmlns:a="http://schemas.openxmlformats.org/drawingml/2006/main">
            <a:off x="3905250" y="3986213"/>
            <a:ext cx="571500" cy="28575"/>
          </a:xfrm>
          <a:prstGeom xmlns:a="http://schemas.openxmlformats.org/drawingml/2006/main" prst="rect">
            <a:avLst/>
          </a:prstGeom>
          <a:solidFill xmlns:a="http://schemas.openxmlformats.org/drawingml/2006/main">
            <a:srgbClr val="D9DFC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C9DE7C70-E33C-48CA-B764-319CC48AA3A4}"/>
              </a:ext>
            </a:extLst>
          </p:cNvPr>
          <p:cNvSpPr>
            <a:spLocks xmlns:a="http://schemas.openxmlformats.org/drawingml/2006/main" noGrp="1"/>
          </p:cNvSpPr>
          <p:nvPr/>
        </p:nvSpPr>
        <p:spPr>
          <a:xfrm xmlns:a="http://schemas.openxmlformats.org/drawingml/2006/main">
            <a:off x="7667625" y="3986213"/>
            <a:ext cx="571500" cy="28575"/>
          </a:xfrm>
          <a:prstGeom xmlns:a="http://schemas.openxmlformats.org/drawingml/2006/main" prst="rect">
            <a:avLst/>
          </a:prstGeom>
          <a:solidFill xmlns:a="http://schemas.openxmlformats.org/drawingml/2006/main">
            <a:srgbClr val="D9DFC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7B061950-A6F9-4427-A52B-5B593EE9478D}"/>
              </a:ext>
            </a:extLst>
          </p:cNvPr>
          <p:cNvSpPr>
            <a:spLocks xmlns:a="http://schemas.openxmlformats.org/drawingml/2006/main" noGrp="1"/>
          </p:cNvSpPr>
          <p:nvPr/>
        </p:nvSpPr>
        <p:spPr>
          <a:xfrm xmlns:a="http://schemas.openxmlformats.org/drawingml/2006/main">
            <a:off x="552450" y="6286500"/>
            <a:ext cx="838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0">
                <a:solidFill>
                  <a:srgbClr val="B8C7B4"/>
                </a:solidFill>
                <a:latin typeface="Chalkboard"/>
                <a:ea typeface="Chalkboard"/>
                <a:cs typeface="Chalkboard"/>
              </a:defRPr>
            </a:pPr>
            <a:r>
              <a:rPr sz="825" b="0">
                <a:solidFill>
                  <a:srgbClr val="B8C7B4"/>
                </a:solidFill>
                <a:latin typeface="Chalkboard"/>
                <a:ea typeface="Chalkboard"/>
                <a:cs typeface="Chalkboard"/>
              </a:rPr>
              <a:t>Adapted as a classroom summary from Khan Academy SAT Reading and Writing: Command of Evidence: Textual.</a:t>
            </a:r>
          </a:p>
        </p:txBody>
      </p:sp>
    </p:spTree>
    <p:extLst>
      <p:ext uri="{BB962C8B-B14F-4D97-AF65-F5344CB8AC3E}">
        <p14:creationId xmlns:p14="http://schemas.microsoft.com/office/powerpoint/2010/main" val="143967882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EC4BFE2-0587-46E8-A953-F2A74245D4B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83B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750D948-A540-4E32-88C2-336FDB81846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000">
              <a:alpha val="0"/>
            </a:srgbClr>
          </a:solidFill>
          <a:ln xmlns:a="http://schemas.openxmlformats.org/drawingml/2006/main" w="57150">
            <a:solidFill>
              <a:srgbClr val="0A1712"/>
            </a:solidFill>
            <a:prstDash val="solid"/>
          </a:ln>
        </p:spPr>
      </p:sp>
      <p:sp>
        <p:nvSpPr>
          <p:cNvPr id="3" name="">
            <a:extLst xmlns:a="http://schemas.openxmlformats.org/drawingml/2006/main">
              <a:ext uri="{FF2B5EF4-FFF2-40B4-BE49-F238E27FC236}">
                <a16:creationId xmlns:a16="http://schemas.microsoft.com/office/drawing/2014/main" id="{E8550D14-1562-4F2C-98CE-DB36ADE8FA3F}"/>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769D908-4028-4731-A836-4F68B1969173}"/>
              </a:ext>
            </a:extLst>
          </p:cNvPr>
          <p:cNvSpPr>
            <a:spLocks xmlns:a="http://schemas.openxmlformats.org/drawingml/2006/main" noGrp="1"/>
          </p:cNvSpPr>
          <p:nvPr/>
        </p:nvSpPr>
        <p:spPr>
          <a:xfrm xmlns:a="http://schemas.openxmlformats.org/drawingml/2006/main">
            <a:off x="0" y="6629400"/>
            <a:ext cx="12192000" cy="22860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C614219-074E-41AD-A34E-F9AC3B9BD442}"/>
              </a:ext>
            </a:extLst>
          </p:cNvPr>
          <p:cNvSpPr>
            <a:spLocks xmlns:a="http://schemas.openxmlformats.org/drawingml/2006/main" noGrp="1"/>
          </p:cNvSpPr>
          <p:nvPr/>
        </p:nvSpPr>
        <p:spPr>
          <a:xfrm xmlns:a="http://schemas.openxmlformats.org/drawingml/2006/main">
            <a:off x="552450" y="5524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DEBFDF1-3AC6-433E-B3DA-0AAAB74E5E0E}"/>
              </a:ext>
            </a:extLst>
          </p:cNvPr>
          <p:cNvSpPr>
            <a:spLocks xmlns:a="http://schemas.openxmlformats.org/drawingml/2006/main" noGrp="1"/>
          </p:cNvSpPr>
          <p:nvPr/>
        </p:nvSpPr>
        <p:spPr>
          <a:xfrm xmlns:a="http://schemas.openxmlformats.org/drawingml/2006/main">
            <a:off x="2200275" y="14763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B24279C-62A9-491E-AB5C-CEDB70216C49}"/>
              </a:ext>
            </a:extLst>
          </p:cNvPr>
          <p:cNvSpPr>
            <a:spLocks xmlns:a="http://schemas.openxmlformats.org/drawingml/2006/main" noGrp="1"/>
          </p:cNvSpPr>
          <p:nvPr/>
        </p:nvSpPr>
        <p:spPr>
          <a:xfrm xmlns:a="http://schemas.openxmlformats.org/drawingml/2006/main">
            <a:off x="3848100" y="240030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F793A6A-FFE4-447B-9AF1-F85096FB2DF5}"/>
              </a:ext>
            </a:extLst>
          </p:cNvPr>
          <p:cNvSpPr>
            <a:spLocks xmlns:a="http://schemas.openxmlformats.org/drawingml/2006/main" noGrp="1"/>
          </p:cNvSpPr>
          <p:nvPr/>
        </p:nvSpPr>
        <p:spPr>
          <a:xfrm xmlns:a="http://schemas.openxmlformats.org/drawingml/2006/main">
            <a:off x="5495925" y="332422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D08BB31-8AEB-4718-AB50-B7D25AD483A1}"/>
              </a:ext>
            </a:extLst>
          </p:cNvPr>
          <p:cNvSpPr>
            <a:spLocks xmlns:a="http://schemas.openxmlformats.org/drawingml/2006/main" noGrp="1"/>
          </p:cNvSpPr>
          <p:nvPr/>
        </p:nvSpPr>
        <p:spPr>
          <a:xfrm xmlns:a="http://schemas.openxmlformats.org/drawingml/2006/main">
            <a:off x="7143750" y="424815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A964AA6-D7EA-417E-8250-30E4FE8C57E8}"/>
              </a:ext>
            </a:extLst>
          </p:cNvPr>
          <p:cNvSpPr>
            <a:spLocks xmlns:a="http://schemas.openxmlformats.org/drawingml/2006/main" noGrp="1"/>
          </p:cNvSpPr>
          <p:nvPr/>
        </p:nvSpPr>
        <p:spPr>
          <a:xfrm xmlns:a="http://schemas.openxmlformats.org/drawingml/2006/main">
            <a:off x="8791575" y="517207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E5272B5-4578-4DEA-B06A-D3561175993B}"/>
              </a:ext>
            </a:extLst>
          </p:cNvPr>
          <p:cNvSpPr>
            <a:spLocks xmlns:a="http://schemas.openxmlformats.org/drawingml/2006/main" noGrp="1"/>
          </p:cNvSpPr>
          <p:nvPr/>
        </p:nvSpPr>
        <p:spPr>
          <a:xfrm xmlns:a="http://schemas.openxmlformats.org/drawingml/2006/main">
            <a:off x="10439400" y="68580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795D211-1235-4A37-A966-283240884790}"/>
              </a:ext>
            </a:extLst>
          </p:cNvPr>
          <p:cNvSpPr>
            <a:spLocks xmlns:a="http://schemas.openxmlformats.org/drawingml/2006/main" noGrp="1"/>
          </p:cNvSpPr>
          <p:nvPr/>
        </p:nvSpPr>
        <p:spPr>
          <a:xfrm xmlns:a="http://schemas.openxmlformats.org/drawingml/2006/main">
            <a:off x="1038225" y="160972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00BB260-C257-49C4-A290-2F080626A7A5}"/>
              </a:ext>
            </a:extLst>
          </p:cNvPr>
          <p:cNvSpPr>
            <a:spLocks xmlns:a="http://schemas.openxmlformats.org/drawingml/2006/main" noGrp="1"/>
          </p:cNvSpPr>
          <p:nvPr/>
        </p:nvSpPr>
        <p:spPr>
          <a:xfrm xmlns:a="http://schemas.openxmlformats.org/drawingml/2006/main">
            <a:off x="2686050" y="253365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06ED30D-C721-4A27-B4AF-2C9E0024891C}"/>
              </a:ext>
            </a:extLst>
          </p:cNvPr>
          <p:cNvSpPr>
            <a:spLocks xmlns:a="http://schemas.openxmlformats.org/drawingml/2006/main" noGrp="1"/>
          </p:cNvSpPr>
          <p:nvPr/>
        </p:nvSpPr>
        <p:spPr>
          <a:xfrm xmlns:a="http://schemas.openxmlformats.org/drawingml/2006/main">
            <a:off x="4333875" y="345757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82BB3E8-2E7F-4039-986A-7A452A969DB1}"/>
              </a:ext>
            </a:extLst>
          </p:cNvPr>
          <p:cNvSpPr>
            <a:spLocks xmlns:a="http://schemas.openxmlformats.org/drawingml/2006/main" noGrp="1"/>
          </p:cNvSpPr>
          <p:nvPr/>
        </p:nvSpPr>
        <p:spPr>
          <a:xfrm xmlns:a="http://schemas.openxmlformats.org/drawingml/2006/main">
            <a:off x="5981700" y="438150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0BD836D-8937-4619-B2D3-C2B7FD84CF5F}"/>
              </a:ext>
            </a:extLst>
          </p:cNvPr>
          <p:cNvSpPr>
            <a:spLocks xmlns:a="http://schemas.openxmlformats.org/drawingml/2006/main" noGrp="1"/>
          </p:cNvSpPr>
          <p:nvPr/>
        </p:nvSpPr>
        <p:spPr>
          <a:xfrm xmlns:a="http://schemas.openxmlformats.org/drawingml/2006/main">
            <a:off x="7629525" y="530542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C417F50-E53F-47BC-B364-9EA640CBAA97}"/>
              </a:ext>
            </a:extLst>
          </p:cNvPr>
          <p:cNvSpPr>
            <a:spLocks xmlns:a="http://schemas.openxmlformats.org/drawingml/2006/main" noGrp="1"/>
          </p:cNvSpPr>
          <p:nvPr/>
        </p:nvSpPr>
        <p:spPr>
          <a:xfrm xmlns:a="http://schemas.openxmlformats.org/drawingml/2006/main">
            <a:off x="9277350" y="81915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727E598-00FC-4A63-9F39-26B435D01EE6}"/>
              </a:ext>
            </a:extLst>
          </p:cNvPr>
          <p:cNvSpPr>
            <a:spLocks xmlns:a="http://schemas.openxmlformats.org/drawingml/2006/main" noGrp="1"/>
          </p:cNvSpPr>
          <p:nvPr/>
        </p:nvSpPr>
        <p:spPr>
          <a:xfrm xmlns:a="http://schemas.openxmlformats.org/drawingml/2006/main">
            <a:off x="10925175" y="174307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4825C85-455C-46DD-90AB-45D5B25D1399}"/>
              </a:ext>
            </a:extLst>
          </p:cNvPr>
          <p:cNvSpPr>
            <a:spLocks xmlns:a="http://schemas.openxmlformats.org/drawingml/2006/main" noGrp="1"/>
          </p:cNvSpPr>
          <p:nvPr/>
        </p:nvSpPr>
        <p:spPr>
          <a:xfrm xmlns:a="http://schemas.openxmlformats.org/drawingml/2006/main">
            <a:off x="1524000" y="266700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B410D7F-E3DB-4706-8E08-2E6BC2A6038B}"/>
              </a:ext>
            </a:extLst>
          </p:cNvPr>
          <p:cNvSpPr>
            <a:spLocks xmlns:a="http://schemas.openxmlformats.org/drawingml/2006/main" noGrp="1"/>
          </p:cNvSpPr>
          <p:nvPr/>
        </p:nvSpPr>
        <p:spPr>
          <a:xfrm xmlns:a="http://schemas.openxmlformats.org/drawingml/2006/main">
            <a:off x="3171825" y="359092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D7F906D-1F8E-486E-94CD-501291B166C3}"/>
              </a:ext>
            </a:extLst>
          </p:cNvPr>
          <p:cNvSpPr>
            <a:spLocks xmlns:a="http://schemas.openxmlformats.org/drawingml/2006/main" noGrp="1"/>
          </p:cNvSpPr>
          <p:nvPr/>
        </p:nvSpPr>
        <p:spPr>
          <a:xfrm xmlns:a="http://schemas.openxmlformats.org/drawingml/2006/main">
            <a:off x="4819650" y="451485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1C17136-F1D1-49FF-BAF8-AC35A6CA9630}"/>
              </a:ext>
            </a:extLst>
          </p:cNvPr>
          <p:cNvSpPr>
            <a:spLocks xmlns:a="http://schemas.openxmlformats.org/drawingml/2006/main" noGrp="1"/>
          </p:cNvSpPr>
          <p:nvPr/>
        </p:nvSpPr>
        <p:spPr>
          <a:xfrm xmlns:a="http://schemas.openxmlformats.org/drawingml/2006/main">
            <a:off x="6467475" y="543877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A41F17E-8926-4286-BF75-CDED085D8551}"/>
              </a:ext>
            </a:extLst>
          </p:cNvPr>
          <p:cNvSpPr>
            <a:spLocks xmlns:a="http://schemas.openxmlformats.org/drawingml/2006/main" noGrp="1"/>
          </p:cNvSpPr>
          <p:nvPr/>
        </p:nvSpPr>
        <p:spPr>
          <a:xfrm xmlns:a="http://schemas.openxmlformats.org/drawingml/2006/main">
            <a:off x="8115300" y="95250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8575C74-EC28-48FD-B74B-4CA69D23D770}"/>
              </a:ext>
            </a:extLst>
          </p:cNvPr>
          <p:cNvSpPr>
            <a:spLocks xmlns:a="http://schemas.openxmlformats.org/drawingml/2006/main" noGrp="1"/>
          </p:cNvSpPr>
          <p:nvPr/>
        </p:nvSpPr>
        <p:spPr>
          <a:xfrm xmlns:a="http://schemas.openxmlformats.org/drawingml/2006/main">
            <a:off x="9763125" y="187642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A64DC15-BA2C-480A-99C9-F26A8369123C}"/>
              </a:ext>
            </a:extLst>
          </p:cNvPr>
          <p:cNvSpPr>
            <a:spLocks xmlns:a="http://schemas.openxmlformats.org/drawingml/2006/main" noGrp="1"/>
          </p:cNvSpPr>
          <p:nvPr/>
        </p:nvSpPr>
        <p:spPr>
          <a:xfrm xmlns:a="http://schemas.openxmlformats.org/drawingml/2006/main">
            <a:off x="11410950" y="28003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A463BFD1-2C22-4D2E-8253-84232B7ABD6E}"/>
              </a:ext>
            </a:extLst>
          </p:cNvPr>
          <p:cNvSpPr>
            <a:spLocks xmlns:a="http://schemas.openxmlformats.org/drawingml/2006/main" noGrp="1"/>
          </p:cNvSpPr>
          <p:nvPr/>
        </p:nvSpPr>
        <p:spPr>
          <a:xfrm xmlns:a="http://schemas.openxmlformats.org/drawingml/2006/main">
            <a:off x="2009775" y="37242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D38ADB3-4110-4AC6-9AC8-9C8524124C0B}"/>
              </a:ext>
            </a:extLst>
          </p:cNvPr>
          <p:cNvSpPr>
            <a:spLocks xmlns:a="http://schemas.openxmlformats.org/drawingml/2006/main" noGrp="1"/>
          </p:cNvSpPr>
          <p:nvPr/>
        </p:nvSpPr>
        <p:spPr>
          <a:xfrm xmlns:a="http://schemas.openxmlformats.org/drawingml/2006/main">
            <a:off x="552450" y="4000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D9DFC8"/>
                </a:solidFill>
                <a:latin typeface="Chalkboard"/>
                <a:ea typeface="Chalkboard"/>
                <a:cs typeface="Chalkboard"/>
              </a:defRPr>
            </a:pPr>
            <a:r>
              <a:rPr sz="1125" b="1">
                <a:solidFill>
                  <a:srgbClr val="D9DFC8"/>
                </a:solidFill>
                <a:latin typeface="Chalkboard"/>
                <a:ea typeface="Chalkboard"/>
                <a:cs typeface="Chalkboard"/>
              </a:rPr>
              <a:t>COMMAND OF EVIDENCE</a:t>
            </a:r>
          </a:p>
        </p:txBody>
      </p:sp>
      <p:sp>
        <p:nvSpPr>
          <p:cNvPr id="28" name="">
            <a:extLst xmlns:a="http://schemas.openxmlformats.org/drawingml/2006/main">
              <a:ext uri="{FF2B5EF4-FFF2-40B4-BE49-F238E27FC236}">
                <a16:creationId xmlns:a16="http://schemas.microsoft.com/office/drawing/2014/main" id="{99716866-ADCF-4B29-8A07-49FCBF7BBACC}"/>
              </a:ext>
            </a:extLst>
          </p:cNvPr>
          <p:cNvSpPr>
            <a:spLocks xmlns:a="http://schemas.openxmlformats.org/drawingml/2006/main" noGrp="1"/>
          </p:cNvSpPr>
          <p:nvPr/>
        </p:nvSpPr>
        <p:spPr>
          <a:xfrm xmlns:a="http://schemas.openxmlformats.org/drawingml/2006/main">
            <a:off x="11001375" y="6191250"/>
            <a:ext cx="60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1650" b="1">
                <a:solidFill>
                  <a:srgbClr val="D9DFC8"/>
                </a:solidFill>
                <a:latin typeface="Chalkboard"/>
                <a:ea typeface="Chalkboard"/>
                <a:cs typeface="Chalkboard"/>
              </a:defRPr>
            </a:pPr>
            <a:r>
              <a:rPr sz="1650" b="1">
                <a:solidFill>
                  <a:srgbClr val="D9DFC8"/>
                </a:solidFill>
                <a:latin typeface="Chalkboard"/>
                <a:ea typeface="Chalkboard"/>
                <a:cs typeface="Chalkboard"/>
              </a:rPr>
              <a:t>05</a:t>
            </a:r>
          </a:p>
        </p:txBody>
      </p:sp>
      <p:sp>
        <p:nvSpPr>
          <p:cNvPr id="29" name="">
            <a:extLst xmlns:a="http://schemas.openxmlformats.org/drawingml/2006/main">
              <a:ext uri="{FF2B5EF4-FFF2-40B4-BE49-F238E27FC236}">
                <a16:creationId xmlns:a16="http://schemas.microsoft.com/office/drawing/2014/main" id="{D2C3A4D6-AE6C-4D77-8C44-7816DCB8784A}"/>
              </a:ext>
            </a:extLst>
          </p:cNvPr>
          <p:cNvSpPr>
            <a:spLocks xmlns:a="http://schemas.openxmlformats.org/drawingml/2006/main" noGrp="1"/>
          </p:cNvSpPr>
          <p:nvPr/>
        </p:nvSpPr>
        <p:spPr>
          <a:xfrm xmlns:a="http://schemas.openxmlformats.org/drawingml/2006/main">
            <a:off x="685800" y="904875"/>
            <a:ext cx="8382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4050" b="1">
                <a:solidFill>
                  <a:srgbClr val="F5F0DD"/>
                </a:solidFill>
                <a:latin typeface="Chalkboard"/>
                <a:ea typeface="Chalkboard"/>
                <a:cs typeface="Chalkboard"/>
              </a:defRPr>
            </a:pPr>
            <a:r>
              <a:rPr sz="4050" b="1">
                <a:solidFill>
                  <a:srgbClr val="F5F0DD"/>
                </a:solidFill>
                <a:latin typeface="Chalkboard"/>
                <a:ea typeface="Chalkboard"/>
                <a:cs typeface="Chalkboard"/>
              </a:rPr>
              <a:t>Step 1: Spot the Claim</a:t>
            </a:r>
          </a:p>
        </p:txBody>
      </p:sp>
      <p:sp>
        <p:nvSpPr>
          <p:cNvPr id="30" name="">
            <a:extLst xmlns:a="http://schemas.openxmlformats.org/drawingml/2006/main">
              <a:ext uri="{FF2B5EF4-FFF2-40B4-BE49-F238E27FC236}">
                <a16:creationId xmlns:a16="http://schemas.microsoft.com/office/drawing/2014/main" id="{A6967305-A6FC-4E8C-B6B8-A27C7C322541}"/>
              </a:ext>
            </a:extLst>
          </p:cNvPr>
          <p:cNvSpPr>
            <a:spLocks xmlns:a="http://schemas.openxmlformats.org/drawingml/2006/main" noGrp="1"/>
          </p:cNvSpPr>
          <p:nvPr/>
        </p:nvSpPr>
        <p:spPr>
          <a:xfrm xmlns:a="http://schemas.openxmlformats.org/drawingml/2006/main">
            <a:off x="704850" y="2176463"/>
            <a:ext cx="9105900" cy="28575"/>
          </a:xfrm>
          <a:prstGeom xmlns:a="http://schemas.openxmlformats.org/drawingml/2006/main" prst="rect">
            <a:avLst/>
          </a:prstGeom>
          <a:solidFill xmlns:a="http://schemas.openxmlformats.org/drawingml/2006/main">
            <a:srgbClr val="F2D46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10E0CF68-A195-4BF6-B685-21DFE68F1CB6}"/>
              </a:ext>
            </a:extLst>
          </p:cNvPr>
          <p:cNvSpPr>
            <a:spLocks xmlns:a="http://schemas.openxmlformats.org/drawingml/2006/main" noGrp="1"/>
          </p:cNvSpPr>
          <p:nvPr/>
        </p:nvSpPr>
        <p:spPr>
          <a:xfrm xmlns:a="http://schemas.openxmlformats.org/drawingml/2006/main">
            <a:off x="723900" y="2419350"/>
            <a:ext cx="857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D9DFC8"/>
                </a:solidFill>
                <a:latin typeface="Chalkboard"/>
                <a:ea typeface="Chalkboard"/>
                <a:cs typeface="Chalkboard"/>
              </a:defRPr>
            </a:pPr>
            <a:r>
              <a:rPr sz="1800" b="0">
                <a:solidFill>
                  <a:srgbClr val="D9DFC8"/>
                </a:solidFill>
                <a:latin typeface="Chalkboard"/>
                <a:ea typeface="Chalkboard"/>
                <a:cs typeface="Chalkboard"/>
              </a:rPr>
              <a:t>The answer must support this, not just mention the same topic.</a:t>
            </a:r>
          </a:p>
        </p:txBody>
      </p:sp>
      <p:sp>
        <p:nvSpPr>
          <p:cNvPr id="32" name="">
            <a:extLst xmlns:a="http://schemas.openxmlformats.org/drawingml/2006/main">
              <a:ext uri="{FF2B5EF4-FFF2-40B4-BE49-F238E27FC236}">
                <a16:creationId xmlns:a16="http://schemas.microsoft.com/office/drawing/2014/main" id="{203045BA-803B-45B3-B10B-9CD5BE326402}"/>
              </a:ext>
            </a:extLst>
          </p:cNvPr>
          <p:cNvSpPr>
            <a:spLocks xmlns:a="http://schemas.openxmlformats.org/drawingml/2006/main" noGrp="1"/>
          </p:cNvSpPr>
          <p:nvPr/>
        </p:nvSpPr>
        <p:spPr>
          <a:xfrm xmlns:a="http://schemas.openxmlformats.org/drawingml/2006/main">
            <a:off x="914400" y="2714625"/>
            <a:ext cx="457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F2D46B"/>
                </a:solidFill>
                <a:latin typeface="Chalkboard"/>
                <a:ea typeface="Chalkboard"/>
                <a:cs typeface="Chalkboard"/>
              </a:defRPr>
            </a:pPr>
            <a:r>
              <a:rPr sz="2100" b="1">
                <a:solidFill>
                  <a:srgbClr val="F2D46B"/>
                </a:solidFill>
                <a:latin typeface="Chalkboard"/>
                <a:ea typeface="Chalkboard"/>
                <a:cs typeface="Chalkboard"/>
              </a:rPr>
              <a:t>Look for signal language:</a:t>
            </a:r>
          </a:p>
        </p:txBody>
      </p:sp>
      <p:sp>
        <p:nvSpPr>
          <p:cNvPr id="33" name="">
            <a:extLst xmlns:a="http://schemas.openxmlformats.org/drawingml/2006/main">
              <a:ext uri="{FF2B5EF4-FFF2-40B4-BE49-F238E27FC236}">
                <a16:creationId xmlns:a16="http://schemas.microsoft.com/office/drawing/2014/main" id="{CB4E27CD-AE1B-4125-B309-A1DD4096B890}"/>
              </a:ext>
            </a:extLst>
          </p:cNvPr>
          <p:cNvSpPr>
            <a:spLocks xmlns:a="http://schemas.openxmlformats.org/drawingml/2006/main" noGrp="1"/>
          </p:cNvSpPr>
          <p:nvPr/>
        </p:nvSpPr>
        <p:spPr>
          <a:xfrm xmlns:a="http://schemas.openxmlformats.org/drawingml/2006/main">
            <a:off x="1143000" y="3333750"/>
            <a:ext cx="20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A9D8FF"/>
                </a:solidFill>
                <a:latin typeface="Chalkboard"/>
                <a:ea typeface="Chalkboard"/>
                <a:cs typeface="Chalkboard"/>
              </a:defRPr>
            </a:pPr>
            <a:r>
              <a:rPr sz="1950" b="1">
                <a:solidFill>
                  <a:srgbClr val="A9D8FF"/>
                </a:solidFill>
                <a:latin typeface="Chalkboard"/>
                <a:ea typeface="Chalkboard"/>
                <a:cs typeface="Chalkboard"/>
              </a:rPr>
              <a:t>•</a:t>
            </a:r>
          </a:p>
        </p:txBody>
      </p:sp>
      <p:sp>
        <p:nvSpPr>
          <p:cNvPr id="34" name="">
            <a:extLst xmlns:a="http://schemas.openxmlformats.org/drawingml/2006/main">
              <a:ext uri="{FF2B5EF4-FFF2-40B4-BE49-F238E27FC236}">
                <a16:creationId xmlns:a16="http://schemas.microsoft.com/office/drawing/2014/main" id="{8805C282-904A-409D-BB42-D0E4A52D7742}"/>
              </a:ext>
            </a:extLst>
          </p:cNvPr>
          <p:cNvSpPr>
            <a:spLocks xmlns:a="http://schemas.openxmlformats.org/drawingml/2006/main" noGrp="1"/>
          </p:cNvSpPr>
          <p:nvPr/>
        </p:nvSpPr>
        <p:spPr>
          <a:xfrm xmlns:a="http://schemas.openxmlformats.org/drawingml/2006/main">
            <a:off x="1447800" y="3352800"/>
            <a:ext cx="8001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F5F0DD"/>
                </a:solidFill>
                <a:latin typeface="Chalkboard"/>
                <a:ea typeface="Chalkboard"/>
                <a:cs typeface="Chalkboard"/>
              </a:defRPr>
            </a:pPr>
            <a:r>
              <a:rPr sz="1800" b="0">
                <a:solidFill>
                  <a:srgbClr val="F5F0DD"/>
                </a:solidFill>
                <a:latin typeface="Chalkboard"/>
                <a:ea typeface="Chalkboard"/>
                <a:cs typeface="Chalkboard"/>
              </a:rPr>
              <a:t>researchers hypothesize that...</a:t>
            </a:r>
          </a:p>
        </p:txBody>
      </p:sp>
      <p:sp>
        <p:nvSpPr>
          <p:cNvPr id="35" name="">
            <a:extLst xmlns:a="http://schemas.openxmlformats.org/drawingml/2006/main">
              <a:ext uri="{FF2B5EF4-FFF2-40B4-BE49-F238E27FC236}">
                <a16:creationId xmlns:a16="http://schemas.microsoft.com/office/drawing/2014/main" id="{7152E023-766A-4439-B329-160D075EEF64}"/>
              </a:ext>
            </a:extLst>
          </p:cNvPr>
          <p:cNvSpPr>
            <a:spLocks xmlns:a="http://schemas.openxmlformats.org/drawingml/2006/main" noGrp="1"/>
          </p:cNvSpPr>
          <p:nvPr/>
        </p:nvSpPr>
        <p:spPr>
          <a:xfrm xmlns:a="http://schemas.openxmlformats.org/drawingml/2006/main">
            <a:off x="1143000" y="3905250"/>
            <a:ext cx="20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9FE3B4"/>
                </a:solidFill>
                <a:latin typeface="Chalkboard"/>
                <a:ea typeface="Chalkboard"/>
                <a:cs typeface="Chalkboard"/>
              </a:defRPr>
            </a:pPr>
            <a:r>
              <a:rPr sz="1950" b="1">
                <a:solidFill>
                  <a:srgbClr val="9FE3B4"/>
                </a:solidFill>
                <a:latin typeface="Chalkboard"/>
                <a:ea typeface="Chalkboard"/>
                <a:cs typeface="Chalkboard"/>
              </a:rPr>
              <a:t>•</a:t>
            </a:r>
          </a:p>
        </p:txBody>
      </p:sp>
      <p:sp>
        <p:nvSpPr>
          <p:cNvPr id="36" name="">
            <a:extLst xmlns:a="http://schemas.openxmlformats.org/drawingml/2006/main">
              <a:ext uri="{FF2B5EF4-FFF2-40B4-BE49-F238E27FC236}">
                <a16:creationId xmlns:a16="http://schemas.microsoft.com/office/drawing/2014/main" id="{16700DA2-55DF-4843-8D88-90C4CD8145E2}"/>
              </a:ext>
            </a:extLst>
          </p:cNvPr>
          <p:cNvSpPr>
            <a:spLocks xmlns:a="http://schemas.openxmlformats.org/drawingml/2006/main" noGrp="1"/>
          </p:cNvSpPr>
          <p:nvPr/>
        </p:nvSpPr>
        <p:spPr>
          <a:xfrm xmlns:a="http://schemas.openxmlformats.org/drawingml/2006/main">
            <a:off x="1447800" y="3924300"/>
            <a:ext cx="8001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F5F0DD"/>
                </a:solidFill>
                <a:latin typeface="Chalkboard"/>
                <a:ea typeface="Chalkboard"/>
                <a:cs typeface="Chalkboard"/>
              </a:defRPr>
            </a:pPr>
            <a:r>
              <a:rPr sz="1800" b="0">
                <a:solidFill>
                  <a:srgbClr val="F5F0DD"/>
                </a:solidFill>
                <a:latin typeface="Chalkboard"/>
                <a:ea typeface="Chalkboard"/>
                <a:cs typeface="Chalkboard"/>
              </a:rPr>
              <a:t>the narrator suggests that...</a:t>
            </a:r>
          </a:p>
        </p:txBody>
      </p:sp>
      <p:sp>
        <p:nvSpPr>
          <p:cNvPr id="37" name="">
            <a:extLst xmlns:a="http://schemas.openxmlformats.org/drawingml/2006/main">
              <a:ext uri="{FF2B5EF4-FFF2-40B4-BE49-F238E27FC236}">
                <a16:creationId xmlns:a16="http://schemas.microsoft.com/office/drawing/2014/main" id="{A71898E3-0BD6-44A1-B34D-E2B1E0D9153A}"/>
              </a:ext>
            </a:extLst>
          </p:cNvPr>
          <p:cNvSpPr>
            <a:spLocks xmlns:a="http://schemas.openxmlformats.org/drawingml/2006/main" noGrp="1"/>
          </p:cNvSpPr>
          <p:nvPr/>
        </p:nvSpPr>
        <p:spPr>
          <a:xfrm xmlns:a="http://schemas.openxmlformats.org/drawingml/2006/main">
            <a:off x="1143000" y="4476750"/>
            <a:ext cx="20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F29B91"/>
                </a:solidFill>
                <a:latin typeface="Chalkboard"/>
                <a:ea typeface="Chalkboard"/>
                <a:cs typeface="Chalkboard"/>
              </a:defRPr>
            </a:pPr>
            <a:r>
              <a:rPr sz="1950" b="1">
                <a:solidFill>
                  <a:srgbClr val="F29B91"/>
                </a:solidFill>
                <a:latin typeface="Chalkboard"/>
                <a:ea typeface="Chalkboard"/>
                <a:cs typeface="Chalkboard"/>
              </a:rPr>
              <a:t>•</a:t>
            </a:r>
          </a:p>
        </p:txBody>
      </p:sp>
      <p:sp>
        <p:nvSpPr>
          <p:cNvPr id="38" name="">
            <a:extLst xmlns:a="http://schemas.openxmlformats.org/drawingml/2006/main">
              <a:ext uri="{FF2B5EF4-FFF2-40B4-BE49-F238E27FC236}">
                <a16:creationId xmlns:a16="http://schemas.microsoft.com/office/drawing/2014/main" id="{9F68F297-52DA-4A60-9845-2D48C15D6598}"/>
              </a:ext>
            </a:extLst>
          </p:cNvPr>
          <p:cNvSpPr>
            <a:spLocks xmlns:a="http://schemas.openxmlformats.org/drawingml/2006/main" noGrp="1"/>
          </p:cNvSpPr>
          <p:nvPr/>
        </p:nvSpPr>
        <p:spPr>
          <a:xfrm xmlns:a="http://schemas.openxmlformats.org/drawingml/2006/main">
            <a:off x="1447800" y="4495800"/>
            <a:ext cx="8001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F5F0DD"/>
                </a:solidFill>
                <a:latin typeface="Chalkboard"/>
                <a:ea typeface="Chalkboard"/>
                <a:cs typeface="Chalkboard"/>
              </a:defRPr>
            </a:pPr>
            <a:r>
              <a:rPr sz="1800" b="0">
                <a:solidFill>
                  <a:srgbClr val="F5F0DD"/>
                </a:solidFill>
                <a:latin typeface="Chalkboard"/>
                <a:ea typeface="Chalkboard"/>
                <a:cs typeface="Chalkboard"/>
              </a:rPr>
              <a:t>the student claims that...</a:t>
            </a:r>
          </a:p>
        </p:txBody>
      </p:sp>
      <p:sp>
        <p:nvSpPr>
          <p:cNvPr id="39" name="">
            <a:extLst xmlns:a="http://schemas.openxmlformats.org/drawingml/2006/main">
              <a:ext uri="{FF2B5EF4-FFF2-40B4-BE49-F238E27FC236}">
                <a16:creationId xmlns:a16="http://schemas.microsoft.com/office/drawing/2014/main" id="{8EA8B53D-F67F-4838-8EA4-6DF6077B0966}"/>
              </a:ext>
            </a:extLst>
          </p:cNvPr>
          <p:cNvSpPr>
            <a:spLocks xmlns:a="http://schemas.openxmlformats.org/drawingml/2006/main" noGrp="1"/>
          </p:cNvSpPr>
          <p:nvPr/>
        </p:nvSpPr>
        <p:spPr>
          <a:xfrm xmlns:a="http://schemas.openxmlformats.org/drawingml/2006/main">
            <a:off x="6762750" y="3714750"/>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2850" b="1">
                <a:solidFill>
                  <a:srgbClr val="F5F0DD"/>
                </a:solidFill>
                <a:latin typeface="Chalkboard"/>
                <a:ea typeface="Chalkboard"/>
                <a:cs typeface="Chalkboard"/>
              </a:defRPr>
            </a:pPr>
            <a:r>
              <a:rPr sz="2850" b="1">
                <a:solidFill>
                  <a:srgbClr val="F5F0DD"/>
                </a:solidFill>
                <a:latin typeface="Chalkboard"/>
                <a:ea typeface="Chalkboard"/>
                <a:cs typeface="Chalkboard"/>
              </a:rPr>
              <a:t>Board rule: no claim, no answer.</a:t>
            </a:r>
          </a:p>
        </p:txBody>
      </p:sp>
      <p:sp>
        <p:nvSpPr>
          <p:cNvPr id="40" name="">
            <a:extLst xmlns:a="http://schemas.openxmlformats.org/drawingml/2006/main">
              <a:ext uri="{FF2B5EF4-FFF2-40B4-BE49-F238E27FC236}">
                <a16:creationId xmlns:a16="http://schemas.microsoft.com/office/drawing/2014/main" id="{0F36FB24-95E9-472F-BEA8-1488E6CF57FD}"/>
              </a:ext>
            </a:extLst>
          </p:cNvPr>
          <p:cNvSpPr>
            <a:spLocks xmlns:a="http://schemas.openxmlformats.org/drawingml/2006/main" noGrp="1"/>
          </p:cNvSpPr>
          <p:nvPr/>
        </p:nvSpPr>
        <p:spPr>
          <a:xfrm xmlns:a="http://schemas.openxmlformats.org/drawingml/2006/main">
            <a:off x="552450" y="6286500"/>
            <a:ext cx="838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0">
                <a:solidFill>
                  <a:srgbClr val="B8C7B4"/>
                </a:solidFill>
                <a:latin typeface="Chalkboard"/>
                <a:ea typeface="Chalkboard"/>
                <a:cs typeface="Chalkboard"/>
              </a:defRPr>
            </a:pPr>
            <a:r>
              <a:rPr sz="825" b="0">
                <a:solidFill>
                  <a:srgbClr val="B8C7B4"/>
                </a:solidFill>
                <a:latin typeface="Chalkboard"/>
                <a:ea typeface="Chalkboard"/>
                <a:cs typeface="Chalkboard"/>
              </a:rPr>
              <a:t>Adapted as a classroom summary from Khan Academy SAT Reading and Writing: Command of Evidence: Textual.</a:t>
            </a:r>
          </a:p>
        </p:txBody>
      </p:sp>
    </p:spTree>
    <p:extLst>
      <p:ext uri="{BB962C8B-B14F-4D97-AF65-F5344CB8AC3E}">
        <p14:creationId xmlns:p14="http://schemas.microsoft.com/office/powerpoint/2010/main" val="164269702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1C06CFE-DDA8-428D-9C0F-0623708A9E6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83B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66C8246-C4A3-46FC-A05F-FD7B8A3723D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000">
              <a:alpha val="0"/>
            </a:srgbClr>
          </a:solidFill>
          <a:ln xmlns:a="http://schemas.openxmlformats.org/drawingml/2006/main" w="57150">
            <a:solidFill>
              <a:srgbClr val="0A1712"/>
            </a:solidFill>
            <a:prstDash val="solid"/>
          </a:ln>
        </p:spPr>
      </p:sp>
      <p:sp>
        <p:nvSpPr>
          <p:cNvPr id="3" name="">
            <a:extLst xmlns:a="http://schemas.openxmlformats.org/drawingml/2006/main">
              <a:ext uri="{FF2B5EF4-FFF2-40B4-BE49-F238E27FC236}">
                <a16:creationId xmlns:a16="http://schemas.microsoft.com/office/drawing/2014/main" id="{7678305C-D1A9-444E-AA46-9F521D3749B3}"/>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439394F-FB2B-46CB-833D-A6B0B6B26CC0}"/>
              </a:ext>
            </a:extLst>
          </p:cNvPr>
          <p:cNvSpPr>
            <a:spLocks xmlns:a="http://schemas.openxmlformats.org/drawingml/2006/main" noGrp="1"/>
          </p:cNvSpPr>
          <p:nvPr/>
        </p:nvSpPr>
        <p:spPr>
          <a:xfrm xmlns:a="http://schemas.openxmlformats.org/drawingml/2006/main">
            <a:off x="0" y="6629400"/>
            <a:ext cx="12192000" cy="22860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E028F14-E9EF-47F8-B020-E6BDBB2798B5}"/>
              </a:ext>
            </a:extLst>
          </p:cNvPr>
          <p:cNvSpPr>
            <a:spLocks xmlns:a="http://schemas.openxmlformats.org/drawingml/2006/main" noGrp="1"/>
          </p:cNvSpPr>
          <p:nvPr/>
        </p:nvSpPr>
        <p:spPr>
          <a:xfrm xmlns:a="http://schemas.openxmlformats.org/drawingml/2006/main">
            <a:off x="552450" y="5524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C346470-4144-4776-8078-856CD9F97205}"/>
              </a:ext>
            </a:extLst>
          </p:cNvPr>
          <p:cNvSpPr>
            <a:spLocks xmlns:a="http://schemas.openxmlformats.org/drawingml/2006/main" noGrp="1"/>
          </p:cNvSpPr>
          <p:nvPr/>
        </p:nvSpPr>
        <p:spPr>
          <a:xfrm xmlns:a="http://schemas.openxmlformats.org/drawingml/2006/main">
            <a:off x="2200275" y="14763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F8FCEDF-5610-430D-B35F-361FDBABF8C1}"/>
              </a:ext>
            </a:extLst>
          </p:cNvPr>
          <p:cNvSpPr>
            <a:spLocks xmlns:a="http://schemas.openxmlformats.org/drawingml/2006/main" noGrp="1"/>
          </p:cNvSpPr>
          <p:nvPr/>
        </p:nvSpPr>
        <p:spPr>
          <a:xfrm xmlns:a="http://schemas.openxmlformats.org/drawingml/2006/main">
            <a:off x="3848100" y="240030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FD6768B-35B2-4690-987D-296E7973C296}"/>
              </a:ext>
            </a:extLst>
          </p:cNvPr>
          <p:cNvSpPr>
            <a:spLocks xmlns:a="http://schemas.openxmlformats.org/drawingml/2006/main" noGrp="1"/>
          </p:cNvSpPr>
          <p:nvPr/>
        </p:nvSpPr>
        <p:spPr>
          <a:xfrm xmlns:a="http://schemas.openxmlformats.org/drawingml/2006/main">
            <a:off x="5495925" y="332422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431452D-7751-4040-B697-F12273BE51BB}"/>
              </a:ext>
            </a:extLst>
          </p:cNvPr>
          <p:cNvSpPr>
            <a:spLocks xmlns:a="http://schemas.openxmlformats.org/drawingml/2006/main" noGrp="1"/>
          </p:cNvSpPr>
          <p:nvPr/>
        </p:nvSpPr>
        <p:spPr>
          <a:xfrm xmlns:a="http://schemas.openxmlformats.org/drawingml/2006/main">
            <a:off x="7143750" y="424815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67E2456-C59E-4E67-B50C-146DF9527A33}"/>
              </a:ext>
            </a:extLst>
          </p:cNvPr>
          <p:cNvSpPr>
            <a:spLocks xmlns:a="http://schemas.openxmlformats.org/drawingml/2006/main" noGrp="1"/>
          </p:cNvSpPr>
          <p:nvPr/>
        </p:nvSpPr>
        <p:spPr>
          <a:xfrm xmlns:a="http://schemas.openxmlformats.org/drawingml/2006/main">
            <a:off x="8791575" y="517207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29566F1-977C-4E3A-879F-2E04E9C40E33}"/>
              </a:ext>
            </a:extLst>
          </p:cNvPr>
          <p:cNvSpPr>
            <a:spLocks xmlns:a="http://schemas.openxmlformats.org/drawingml/2006/main" noGrp="1"/>
          </p:cNvSpPr>
          <p:nvPr/>
        </p:nvSpPr>
        <p:spPr>
          <a:xfrm xmlns:a="http://schemas.openxmlformats.org/drawingml/2006/main">
            <a:off x="10439400" y="68580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8FED875-E55D-4C78-8677-C1424C323EBE}"/>
              </a:ext>
            </a:extLst>
          </p:cNvPr>
          <p:cNvSpPr>
            <a:spLocks xmlns:a="http://schemas.openxmlformats.org/drawingml/2006/main" noGrp="1"/>
          </p:cNvSpPr>
          <p:nvPr/>
        </p:nvSpPr>
        <p:spPr>
          <a:xfrm xmlns:a="http://schemas.openxmlformats.org/drawingml/2006/main">
            <a:off x="1038225" y="160972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3C98944-A924-4911-B31F-0A96F2F09E0D}"/>
              </a:ext>
            </a:extLst>
          </p:cNvPr>
          <p:cNvSpPr>
            <a:spLocks xmlns:a="http://schemas.openxmlformats.org/drawingml/2006/main" noGrp="1"/>
          </p:cNvSpPr>
          <p:nvPr/>
        </p:nvSpPr>
        <p:spPr>
          <a:xfrm xmlns:a="http://schemas.openxmlformats.org/drawingml/2006/main">
            <a:off x="2686050" y="253365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58BE0F7-2319-4147-83C3-1717FFE1DDBA}"/>
              </a:ext>
            </a:extLst>
          </p:cNvPr>
          <p:cNvSpPr>
            <a:spLocks xmlns:a="http://schemas.openxmlformats.org/drawingml/2006/main" noGrp="1"/>
          </p:cNvSpPr>
          <p:nvPr/>
        </p:nvSpPr>
        <p:spPr>
          <a:xfrm xmlns:a="http://schemas.openxmlformats.org/drawingml/2006/main">
            <a:off x="4333875" y="345757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C4DE5D1-C805-4E62-B0A2-1F3EAB3E22EE}"/>
              </a:ext>
            </a:extLst>
          </p:cNvPr>
          <p:cNvSpPr>
            <a:spLocks xmlns:a="http://schemas.openxmlformats.org/drawingml/2006/main" noGrp="1"/>
          </p:cNvSpPr>
          <p:nvPr/>
        </p:nvSpPr>
        <p:spPr>
          <a:xfrm xmlns:a="http://schemas.openxmlformats.org/drawingml/2006/main">
            <a:off x="5981700" y="438150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83F5887-E343-438D-959C-4BB17A27E107}"/>
              </a:ext>
            </a:extLst>
          </p:cNvPr>
          <p:cNvSpPr>
            <a:spLocks xmlns:a="http://schemas.openxmlformats.org/drawingml/2006/main" noGrp="1"/>
          </p:cNvSpPr>
          <p:nvPr/>
        </p:nvSpPr>
        <p:spPr>
          <a:xfrm xmlns:a="http://schemas.openxmlformats.org/drawingml/2006/main">
            <a:off x="7629525" y="530542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8060111-3906-4994-821E-CE51B3A0F3F8}"/>
              </a:ext>
            </a:extLst>
          </p:cNvPr>
          <p:cNvSpPr>
            <a:spLocks xmlns:a="http://schemas.openxmlformats.org/drawingml/2006/main" noGrp="1"/>
          </p:cNvSpPr>
          <p:nvPr/>
        </p:nvSpPr>
        <p:spPr>
          <a:xfrm xmlns:a="http://schemas.openxmlformats.org/drawingml/2006/main">
            <a:off x="9277350" y="81915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96D86EB-B404-48A6-B95B-F2ADEDAB6AB5}"/>
              </a:ext>
            </a:extLst>
          </p:cNvPr>
          <p:cNvSpPr>
            <a:spLocks xmlns:a="http://schemas.openxmlformats.org/drawingml/2006/main" noGrp="1"/>
          </p:cNvSpPr>
          <p:nvPr/>
        </p:nvSpPr>
        <p:spPr>
          <a:xfrm xmlns:a="http://schemas.openxmlformats.org/drawingml/2006/main">
            <a:off x="10925175" y="174307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4B28168-02F6-4041-AF25-C4158FEA037F}"/>
              </a:ext>
            </a:extLst>
          </p:cNvPr>
          <p:cNvSpPr>
            <a:spLocks xmlns:a="http://schemas.openxmlformats.org/drawingml/2006/main" noGrp="1"/>
          </p:cNvSpPr>
          <p:nvPr/>
        </p:nvSpPr>
        <p:spPr>
          <a:xfrm xmlns:a="http://schemas.openxmlformats.org/drawingml/2006/main">
            <a:off x="1524000" y="266700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85C02EF-B59D-42ED-8A44-77D9BAB50CAD}"/>
              </a:ext>
            </a:extLst>
          </p:cNvPr>
          <p:cNvSpPr>
            <a:spLocks xmlns:a="http://schemas.openxmlformats.org/drawingml/2006/main" noGrp="1"/>
          </p:cNvSpPr>
          <p:nvPr/>
        </p:nvSpPr>
        <p:spPr>
          <a:xfrm xmlns:a="http://schemas.openxmlformats.org/drawingml/2006/main">
            <a:off x="3171825" y="359092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A348E47-A99C-431A-A1C3-95E64284AFFA}"/>
              </a:ext>
            </a:extLst>
          </p:cNvPr>
          <p:cNvSpPr>
            <a:spLocks xmlns:a="http://schemas.openxmlformats.org/drawingml/2006/main" noGrp="1"/>
          </p:cNvSpPr>
          <p:nvPr/>
        </p:nvSpPr>
        <p:spPr>
          <a:xfrm xmlns:a="http://schemas.openxmlformats.org/drawingml/2006/main">
            <a:off x="4819650" y="451485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E43E34C-DEF5-485F-87BB-FF92A3AEFC04}"/>
              </a:ext>
            </a:extLst>
          </p:cNvPr>
          <p:cNvSpPr>
            <a:spLocks xmlns:a="http://schemas.openxmlformats.org/drawingml/2006/main" noGrp="1"/>
          </p:cNvSpPr>
          <p:nvPr/>
        </p:nvSpPr>
        <p:spPr>
          <a:xfrm xmlns:a="http://schemas.openxmlformats.org/drawingml/2006/main">
            <a:off x="6467475" y="543877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7CE42E5-8F77-4F8A-A1D1-89BF9B89AA65}"/>
              </a:ext>
            </a:extLst>
          </p:cNvPr>
          <p:cNvSpPr>
            <a:spLocks xmlns:a="http://schemas.openxmlformats.org/drawingml/2006/main" noGrp="1"/>
          </p:cNvSpPr>
          <p:nvPr/>
        </p:nvSpPr>
        <p:spPr>
          <a:xfrm xmlns:a="http://schemas.openxmlformats.org/drawingml/2006/main">
            <a:off x="8115300" y="95250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616BFED-0A0F-4865-8F99-75C911BF40ED}"/>
              </a:ext>
            </a:extLst>
          </p:cNvPr>
          <p:cNvSpPr>
            <a:spLocks xmlns:a="http://schemas.openxmlformats.org/drawingml/2006/main" noGrp="1"/>
          </p:cNvSpPr>
          <p:nvPr/>
        </p:nvSpPr>
        <p:spPr>
          <a:xfrm xmlns:a="http://schemas.openxmlformats.org/drawingml/2006/main">
            <a:off x="9763125" y="187642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363A6DB-8BB0-4DDB-9563-28FDD2E91F99}"/>
              </a:ext>
            </a:extLst>
          </p:cNvPr>
          <p:cNvSpPr>
            <a:spLocks xmlns:a="http://schemas.openxmlformats.org/drawingml/2006/main" noGrp="1"/>
          </p:cNvSpPr>
          <p:nvPr/>
        </p:nvSpPr>
        <p:spPr>
          <a:xfrm xmlns:a="http://schemas.openxmlformats.org/drawingml/2006/main">
            <a:off x="11410950" y="28003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74F0D35F-224F-4413-BE1F-ED9E782DBCCD}"/>
              </a:ext>
            </a:extLst>
          </p:cNvPr>
          <p:cNvSpPr>
            <a:spLocks xmlns:a="http://schemas.openxmlformats.org/drawingml/2006/main" noGrp="1"/>
          </p:cNvSpPr>
          <p:nvPr/>
        </p:nvSpPr>
        <p:spPr>
          <a:xfrm xmlns:a="http://schemas.openxmlformats.org/drawingml/2006/main">
            <a:off x="2009775" y="37242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71633705-0120-4A50-8269-D91B9501296D}"/>
              </a:ext>
            </a:extLst>
          </p:cNvPr>
          <p:cNvSpPr>
            <a:spLocks xmlns:a="http://schemas.openxmlformats.org/drawingml/2006/main" noGrp="1"/>
          </p:cNvSpPr>
          <p:nvPr/>
        </p:nvSpPr>
        <p:spPr>
          <a:xfrm xmlns:a="http://schemas.openxmlformats.org/drawingml/2006/main">
            <a:off x="552450" y="4000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D9DFC8"/>
                </a:solidFill>
                <a:latin typeface="Chalkboard"/>
                <a:ea typeface="Chalkboard"/>
                <a:cs typeface="Chalkboard"/>
              </a:defRPr>
            </a:pPr>
            <a:r>
              <a:rPr sz="1125" b="1">
                <a:solidFill>
                  <a:srgbClr val="D9DFC8"/>
                </a:solidFill>
                <a:latin typeface="Chalkboard"/>
                <a:ea typeface="Chalkboard"/>
                <a:cs typeface="Chalkboard"/>
              </a:rPr>
              <a:t>COMMAND OF EVIDENCE</a:t>
            </a:r>
          </a:p>
        </p:txBody>
      </p:sp>
      <p:sp>
        <p:nvSpPr>
          <p:cNvPr id="28" name="">
            <a:extLst xmlns:a="http://schemas.openxmlformats.org/drawingml/2006/main">
              <a:ext uri="{FF2B5EF4-FFF2-40B4-BE49-F238E27FC236}">
                <a16:creationId xmlns:a16="http://schemas.microsoft.com/office/drawing/2014/main" id="{B4563886-CE71-4179-ACAA-689223CED794}"/>
              </a:ext>
            </a:extLst>
          </p:cNvPr>
          <p:cNvSpPr>
            <a:spLocks xmlns:a="http://schemas.openxmlformats.org/drawingml/2006/main" noGrp="1"/>
          </p:cNvSpPr>
          <p:nvPr/>
        </p:nvSpPr>
        <p:spPr>
          <a:xfrm xmlns:a="http://schemas.openxmlformats.org/drawingml/2006/main">
            <a:off x="11001375" y="6191250"/>
            <a:ext cx="60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1650" b="1">
                <a:solidFill>
                  <a:srgbClr val="D9DFC8"/>
                </a:solidFill>
                <a:latin typeface="Chalkboard"/>
                <a:ea typeface="Chalkboard"/>
                <a:cs typeface="Chalkboard"/>
              </a:defRPr>
            </a:pPr>
            <a:r>
              <a:rPr sz="1650" b="1">
                <a:solidFill>
                  <a:srgbClr val="D9DFC8"/>
                </a:solidFill>
                <a:latin typeface="Chalkboard"/>
                <a:ea typeface="Chalkboard"/>
                <a:cs typeface="Chalkboard"/>
              </a:rPr>
              <a:t>06</a:t>
            </a:r>
          </a:p>
        </p:txBody>
      </p:sp>
      <p:sp>
        <p:nvSpPr>
          <p:cNvPr id="29" name="">
            <a:extLst xmlns:a="http://schemas.openxmlformats.org/drawingml/2006/main">
              <a:ext uri="{FF2B5EF4-FFF2-40B4-BE49-F238E27FC236}">
                <a16:creationId xmlns:a16="http://schemas.microsoft.com/office/drawing/2014/main" id="{AD7065D1-0EF3-42EA-A6D9-01E804AA83DF}"/>
              </a:ext>
            </a:extLst>
          </p:cNvPr>
          <p:cNvSpPr>
            <a:spLocks xmlns:a="http://schemas.openxmlformats.org/drawingml/2006/main" noGrp="1"/>
          </p:cNvSpPr>
          <p:nvPr/>
        </p:nvSpPr>
        <p:spPr>
          <a:xfrm xmlns:a="http://schemas.openxmlformats.org/drawingml/2006/main">
            <a:off x="685800" y="904875"/>
            <a:ext cx="8382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4050" b="1">
                <a:solidFill>
                  <a:srgbClr val="F5F0DD"/>
                </a:solidFill>
                <a:latin typeface="Chalkboard"/>
                <a:ea typeface="Chalkboard"/>
                <a:cs typeface="Chalkboard"/>
              </a:defRPr>
            </a:pPr>
            <a:r>
              <a:rPr sz="4050" b="1">
                <a:solidFill>
                  <a:srgbClr val="F5F0DD"/>
                </a:solidFill>
                <a:latin typeface="Chalkboard"/>
                <a:ea typeface="Chalkboard"/>
                <a:cs typeface="Chalkboard"/>
              </a:rPr>
              <a:t>Step 2: Make a Test Phrase</a:t>
            </a:r>
          </a:p>
        </p:txBody>
      </p:sp>
      <p:sp>
        <p:nvSpPr>
          <p:cNvPr id="30" name="">
            <a:extLst xmlns:a="http://schemas.openxmlformats.org/drawingml/2006/main">
              <a:ext uri="{FF2B5EF4-FFF2-40B4-BE49-F238E27FC236}">
                <a16:creationId xmlns:a16="http://schemas.microsoft.com/office/drawing/2014/main" id="{D0C9F96B-F393-4E34-935A-717EB0155EE5}"/>
              </a:ext>
            </a:extLst>
          </p:cNvPr>
          <p:cNvSpPr>
            <a:spLocks xmlns:a="http://schemas.openxmlformats.org/drawingml/2006/main" noGrp="1"/>
          </p:cNvSpPr>
          <p:nvPr/>
        </p:nvSpPr>
        <p:spPr>
          <a:xfrm xmlns:a="http://schemas.openxmlformats.org/drawingml/2006/main">
            <a:off x="704850" y="2176463"/>
            <a:ext cx="9105900" cy="28575"/>
          </a:xfrm>
          <a:prstGeom xmlns:a="http://schemas.openxmlformats.org/drawingml/2006/main" prst="rect">
            <a:avLst/>
          </a:prstGeom>
          <a:solidFill xmlns:a="http://schemas.openxmlformats.org/drawingml/2006/main">
            <a:srgbClr val="F2D46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BA6E1CD1-53EE-42D3-B8C4-27D28A4EC28A}"/>
              </a:ext>
            </a:extLst>
          </p:cNvPr>
          <p:cNvSpPr>
            <a:spLocks xmlns:a="http://schemas.openxmlformats.org/drawingml/2006/main" noGrp="1"/>
          </p:cNvSpPr>
          <p:nvPr/>
        </p:nvSpPr>
        <p:spPr>
          <a:xfrm xmlns:a="http://schemas.openxmlformats.org/drawingml/2006/main">
            <a:off x="723900" y="2419350"/>
            <a:ext cx="857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D9DFC8"/>
                </a:solidFill>
                <a:latin typeface="Chalkboard"/>
                <a:ea typeface="Chalkboard"/>
                <a:cs typeface="Chalkboard"/>
              </a:defRPr>
            </a:pPr>
            <a:r>
              <a:rPr sz="1800" b="0">
                <a:solidFill>
                  <a:srgbClr val="D9DFC8"/>
                </a:solidFill>
                <a:latin typeface="Chalkboard"/>
                <a:ea typeface="Chalkboard"/>
                <a:cs typeface="Chalkboard"/>
              </a:rPr>
              <a:t>Shorten the claim until the right answer has nowhere to hide.</a:t>
            </a:r>
          </a:p>
        </p:txBody>
      </p:sp>
      <p:sp>
        <p:nvSpPr>
          <p:cNvPr id="32" name="">
            <a:extLst xmlns:a="http://schemas.openxmlformats.org/drawingml/2006/main">
              <a:ext uri="{FF2B5EF4-FFF2-40B4-BE49-F238E27FC236}">
                <a16:creationId xmlns:a16="http://schemas.microsoft.com/office/drawing/2014/main" id="{70EC5733-5F3F-4757-A5E7-DEB041023EC2}"/>
              </a:ext>
            </a:extLst>
          </p:cNvPr>
          <p:cNvSpPr>
            <a:spLocks xmlns:a="http://schemas.openxmlformats.org/drawingml/2006/main" noGrp="1"/>
          </p:cNvSpPr>
          <p:nvPr/>
        </p:nvSpPr>
        <p:spPr>
          <a:xfrm xmlns:a="http://schemas.openxmlformats.org/drawingml/2006/main">
            <a:off x="876300" y="3095625"/>
            <a:ext cx="4381500" cy="1619250"/>
          </a:xfrm>
          <a:prstGeom xmlns:a="http://schemas.openxmlformats.org/drawingml/2006/main" prst="roundRect">
            <a:avLst>
              <a:gd name="adj" fmla="val 4706"/>
            </a:avLst>
          </a:prstGeom>
          <a:solidFill xmlns:a="http://schemas.openxmlformats.org/drawingml/2006/main">
            <a:srgbClr val="FFFFFF">
              <a:alpha val="3137"/>
            </a:srgbClr>
          </a:solidFill>
          <a:ln xmlns:a="http://schemas.openxmlformats.org/drawingml/2006/main" w="19050">
            <a:solidFill>
              <a:srgbClr val="F29B91"/>
            </a:solidFill>
            <a:prstDash val="solid"/>
          </a:ln>
        </p:spPr>
      </p:sp>
      <p:sp>
        <p:nvSpPr>
          <p:cNvPr id="33" name="">
            <a:extLst xmlns:a="http://schemas.openxmlformats.org/drawingml/2006/main">
              <a:ext uri="{FF2B5EF4-FFF2-40B4-BE49-F238E27FC236}">
                <a16:creationId xmlns:a16="http://schemas.microsoft.com/office/drawing/2014/main" id="{5DCFA69F-D8F4-4150-8608-E9F439C6C9B0}"/>
              </a:ext>
            </a:extLst>
          </p:cNvPr>
          <p:cNvSpPr>
            <a:spLocks xmlns:a="http://schemas.openxmlformats.org/drawingml/2006/main" noGrp="1"/>
          </p:cNvSpPr>
          <p:nvPr/>
        </p:nvSpPr>
        <p:spPr>
          <a:xfrm xmlns:a="http://schemas.openxmlformats.org/drawingml/2006/main">
            <a:off x="1085850" y="3267075"/>
            <a:ext cx="3962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29B91"/>
                </a:solidFill>
                <a:latin typeface="Chalkboard"/>
                <a:ea typeface="Chalkboard"/>
                <a:cs typeface="Chalkboard"/>
              </a:defRPr>
            </a:pPr>
            <a:r>
              <a:rPr sz="1800" b="1">
                <a:solidFill>
                  <a:srgbClr val="F29B91"/>
                </a:solidFill>
                <a:latin typeface="Chalkboard"/>
                <a:ea typeface="Chalkboard"/>
                <a:cs typeface="Chalkboard"/>
              </a:rPr>
              <a:t>Too much</a:t>
            </a:r>
          </a:p>
        </p:txBody>
      </p:sp>
      <p:sp>
        <p:nvSpPr>
          <p:cNvPr id="34" name="">
            <a:extLst xmlns:a="http://schemas.openxmlformats.org/drawingml/2006/main">
              <a:ext uri="{FF2B5EF4-FFF2-40B4-BE49-F238E27FC236}">
                <a16:creationId xmlns:a16="http://schemas.microsoft.com/office/drawing/2014/main" id="{2D751D2E-AF44-4910-8B74-E8BFEAAB1B80}"/>
              </a:ext>
            </a:extLst>
          </p:cNvPr>
          <p:cNvSpPr>
            <a:spLocks xmlns:a="http://schemas.openxmlformats.org/drawingml/2006/main" noGrp="1"/>
          </p:cNvSpPr>
          <p:nvPr/>
        </p:nvSpPr>
        <p:spPr>
          <a:xfrm xmlns:a="http://schemas.openxmlformats.org/drawingml/2006/main">
            <a:off x="1085850" y="3648075"/>
            <a:ext cx="3962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D9DFC8"/>
                </a:solidFill>
                <a:latin typeface="Chalkboard"/>
                <a:ea typeface="Chalkboard"/>
                <a:cs typeface="Chalkboard"/>
              </a:defRPr>
            </a:pPr>
            <a:r>
              <a:rPr sz="1425" b="0">
                <a:solidFill>
                  <a:srgbClr val="D9DFC8"/>
                </a:solidFill>
                <a:latin typeface="Chalkboard"/>
                <a:ea typeface="Chalkboard"/>
                <a:cs typeface="Chalkboard"/>
              </a:rPr>
              <a:t>A fossil model, a specific species, a tank, and a set of measurements about movement.</a:t>
            </a:r>
          </a:p>
        </p:txBody>
      </p:sp>
      <p:sp>
        <p:nvSpPr>
          <p:cNvPr id="35" name="">
            <a:extLst xmlns:a="http://schemas.openxmlformats.org/drawingml/2006/main">
              <a:ext uri="{FF2B5EF4-FFF2-40B4-BE49-F238E27FC236}">
                <a16:creationId xmlns:a16="http://schemas.microsoft.com/office/drawing/2014/main" id="{627C6FAA-97AA-45A2-B25F-03FAA5DF6016}"/>
              </a:ext>
            </a:extLst>
          </p:cNvPr>
          <p:cNvSpPr>
            <a:spLocks xmlns:a="http://schemas.openxmlformats.org/drawingml/2006/main" noGrp="1"/>
          </p:cNvSpPr>
          <p:nvPr/>
        </p:nvSpPr>
        <p:spPr>
          <a:xfrm xmlns:a="http://schemas.openxmlformats.org/drawingml/2006/main">
            <a:off x="6667500" y="3095625"/>
            <a:ext cx="3714750" cy="1619250"/>
          </a:xfrm>
          <a:prstGeom xmlns:a="http://schemas.openxmlformats.org/drawingml/2006/main" prst="roundRect">
            <a:avLst>
              <a:gd name="adj" fmla="val 4706"/>
            </a:avLst>
          </a:prstGeom>
          <a:solidFill xmlns:a="http://schemas.openxmlformats.org/drawingml/2006/main">
            <a:srgbClr val="FFFFFF">
              <a:alpha val="3137"/>
            </a:srgbClr>
          </a:solidFill>
          <a:ln xmlns:a="http://schemas.openxmlformats.org/drawingml/2006/main" w="19050">
            <a:solidFill>
              <a:srgbClr val="9FE3B4"/>
            </a:solidFill>
            <a:prstDash val="solid"/>
          </a:ln>
        </p:spPr>
      </p:sp>
      <p:sp>
        <p:nvSpPr>
          <p:cNvPr id="36" name="">
            <a:extLst xmlns:a="http://schemas.openxmlformats.org/drawingml/2006/main">
              <a:ext uri="{FF2B5EF4-FFF2-40B4-BE49-F238E27FC236}">
                <a16:creationId xmlns:a16="http://schemas.microsoft.com/office/drawing/2014/main" id="{8FD63E99-0067-42E3-B3F6-D721D7421217}"/>
              </a:ext>
            </a:extLst>
          </p:cNvPr>
          <p:cNvSpPr>
            <a:spLocks xmlns:a="http://schemas.openxmlformats.org/drawingml/2006/main" noGrp="1"/>
          </p:cNvSpPr>
          <p:nvPr/>
        </p:nvSpPr>
        <p:spPr>
          <a:xfrm xmlns:a="http://schemas.openxmlformats.org/drawingml/2006/main">
            <a:off x="6877050" y="3267075"/>
            <a:ext cx="3295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9FE3B4"/>
                </a:solidFill>
                <a:latin typeface="Chalkboard"/>
                <a:ea typeface="Chalkboard"/>
                <a:cs typeface="Chalkboard"/>
              </a:defRPr>
            </a:pPr>
            <a:r>
              <a:rPr sz="1800" b="1">
                <a:solidFill>
                  <a:srgbClr val="9FE3B4"/>
                </a:solidFill>
                <a:latin typeface="Chalkboard"/>
                <a:ea typeface="Chalkboard"/>
                <a:cs typeface="Chalkboard"/>
              </a:rPr>
              <a:t>Better</a:t>
            </a:r>
          </a:p>
        </p:txBody>
      </p:sp>
      <p:sp>
        <p:nvSpPr>
          <p:cNvPr id="37" name="">
            <a:extLst xmlns:a="http://schemas.openxmlformats.org/drawingml/2006/main">
              <a:ext uri="{FF2B5EF4-FFF2-40B4-BE49-F238E27FC236}">
                <a16:creationId xmlns:a16="http://schemas.microsoft.com/office/drawing/2014/main" id="{3E1AB88D-F2AE-46B3-B73E-4388DCEFB8FB}"/>
              </a:ext>
            </a:extLst>
          </p:cNvPr>
          <p:cNvSpPr>
            <a:spLocks xmlns:a="http://schemas.openxmlformats.org/drawingml/2006/main" noGrp="1"/>
          </p:cNvSpPr>
          <p:nvPr/>
        </p:nvSpPr>
        <p:spPr>
          <a:xfrm xmlns:a="http://schemas.openxmlformats.org/drawingml/2006/main">
            <a:off x="6877050" y="3648075"/>
            <a:ext cx="3295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D9DFC8"/>
                </a:solidFill>
                <a:latin typeface="Chalkboard"/>
                <a:ea typeface="Chalkboard"/>
                <a:cs typeface="Chalkboard"/>
              </a:defRPr>
            </a:pPr>
            <a:r>
              <a:rPr sz="1425" b="0">
                <a:solidFill>
                  <a:srgbClr val="D9DFC8"/>
                </a:solidFill>
                <a:latin typeface="Chalkboard"/>
                <a:ea typeface="Chalkboard"/>
                <a:cs typeface="Chalkboard"/>
              </a:rPr>
              <a:t>The special feature helps the animal move or turn better underwater.</a:t>
            </a:r>
          </a:p>
        </p:txBody>
      </p:sp>
      <p:sp>
        <p:nvSpPr>
          <p:cNvPr id="38" name="">
            <a:extLst xmlns:a="http://schemas.openxmlformats.org/drawingml/2006/main">
              <a:ext uri="{FF2B5EF4-FFF2-40B4-BE49-F238E27FC236}">
                <a16:creationId xmlns:a16="http://schemas.microsoft.com/office/drawing/2014/main" id="{B57AAB40-1146-4D06-A794-C99B71FC15B9}"/>
              </a:ext>
            </a:extLst>
          </p:cNvPr>
          <p:cNvSpPr>
            <a:spLocks xmlns:a="http://schemas.openxmlformats.org/drawingml/2006/main" noGrp="1"/>
          </p:cNvSpPr>
          <p:nvPr/>
        </p:nvSpPr>
        <p:spPr>
          <a:xfrm xmlns:a="http://schemas.openxmlformats.org/drawingml/2006/main">
            <a:off x="5381625" y="3886200"/>
            <a:ext cx="1047750" cy="38100"/>
          </a:xfrm>
          <a:prstGeom xmlns:a="http://schemas.openxmlformats.org/drawingml/2006/main" prst="rect">
            <a:avLst/>
          </a:prstGeom>
          <a:solidFill xmlns:a="http://schemas.openxmlformats.org/drawingml/2006/main">
            <a:srgbClr val="F2D46B"/>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8994BEEC-1AC8-4C15-A142-3639678833FB}"/>
              </a:ext>
            </a:extLst>
          </p:cNvPr>
          <p:cNvSpPr>
            <a:spLocks xmlns:a="http://schemas.openxmlformats.org/drawingml/2006/main" noGrp="1"/>
          </p:cNvSpPr>
          <p:nvPr/>
        </p:nvSpPr>
        <p:spPr>
          <a:xfrm xmlns:a="http://schemas.openxmlformats.org/drawingml/2006/main">
            <a:off x="2190750" y="5095875"/>
            <a:ext cx="742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2250" b="1">
                <a:solidFill>
                  <a:srgbClr val="F2D46B"/>
                </a:solidFill>
                <a:latin typeface="Chalkboard"/>
                <a:ea typeface="Chalkboard"/>
                <a:cs typeface="Chalkboard"/>
              </a:defRPr>
            </a:pPr>
            <a:r>
              <a:rPr sz="2250" b="1">
                <a:solidFill>
                  <a:srgbClr val="F2D46B"/>
                </a:solidFill>
                <a:latin typeface="Chalkboard"/>
                <a:ea typeface="Chalkboard"/>
                <a:cs typeface="Chalkboard"/>
              </a:rPr>
              <a:t>Simplify, but keep the core relationship.</a:t>
            </a:r>
          </a:p>
        </p:txBody>
      </p:sp>
      <p:sp>
        <p:nvSpPr>
          <p:cNvPr id="40" name="">
            <a:extLst xmlns:a="http://schemas.openxmlformats.org/drawingml/2006/main">
              <a:ext uri="{FF2B5EF4-FFF2-40B4-BE49-F238E27FC236}">
                <a16:creationId xmlns:a16="http://schemas.microsoft.com/office/drawing/2014/main" id="{B236375D-7097-482A-90E3-5508886AD7BE}"/>
              </a:ext>
            </a:extLst>
          </p:cNvPr>
          <p:cNvSpPr>
            <a:spLocks xmlns:a="http://schemas.openxmlformats.org/drawingml/2006/main" noGrp="1"/>
          </p:cNvSpPr>
          <p:nvPr/>
        </p:nvSpPr>
        <p:spPr>
          <a:xfrm xmlns:a="http://schemas.openxmlformats.org/drawingml/2006/main">
            <a:off x="552450" y="6286500"/>
            <a:ext cx="838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0">
                <a:solidFill>
                  <a:srgbClr val="B8C7B4"/>
                </a:solidFill>
                <a:latin typeface="Chalkboard"/>
                <a:ea typeface="Chalkboard"/>
                <a:cs typeface="Chalkboard"/>
              </a:defRPr>
            </a:pPr>
            <a:r>
              <a:rPr sz="825" b="0">
                <a:solidFill>
                  <a:srgbClr val="B8C7B4"/>
                </a:solidFill>
                <a:latin typeface="Chalkboard"/>
                <a:ea typeface="Chalkboard"/>
                <a:cs typeface="Chalkboard"/>
              </a:rPr>
              <a:t>Adapted as a classroom summary from Khan Academy SAT Reading and Writing: Command of Evidence: Textual.</a:t>
            </a:r>
          </a:p>
        </p:txBody>
      </p:sp>
    </p:spTree>
    <p:extLst>
      <p:ext uri="{BB962C8B-B14F-4D97-AF65-F5344CB8AC3E}">
        <p14:creationId xmlns:p14="http://schemas.microsoft.com/office/powerpoint/2010/main" val="8899619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072C37D-AC05-4E6D-8AD9-643AA618789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83B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7F225B-6F04-44CE-BEA9-5A5D643B565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000">
              <a:alpha val="0"/>
            </a:srgbClr>
          </a:solidFill>
          <a:ln xmlns:a="http://schemas.openxmlformats.org/drawingml/2006/main" w="57150">
            <a:solidFill>
              <a:srgbClr val="0A1712"/>
            </a:solidFill>
            <a:prstDash val="solid"/>
          </a:ln>
        </p:spPr>
      </p:sp>
      <p:sp>
        <p:nvSpPr>
          <p:cNvPr id="3" name="">
            <a:extLst xmlns:a="http://schemas.openxmlformats.org/drawingml/2006/main">
              <a:ext uri="{FF2B5EF4-FFF2-40B4-BE49-F238E27FC236}">
                <a16:creationId xmlns:a16="http://schemas.microsoft.com/office/drawing/2014/main" id="{8C98D32A-EB6E-4F32-BF5C-9DECDE332B38}"/>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C0D727B-CDCF-4A1E-ABE6-7C04C11467E4}"/>
              </a:ext>
            </a:extLst>
          </p:cNvPr>
          <p:cNvSpPr>
            <a:spLocks xmlns:a="http://schemas.openxmlformats.org/drawingml/2006/main" noGrp="1"/>
          </p:cNvSpPr>
          <p:nvPr/>
        </p:nvSpPr>
        <p:spPr>
          <a:xfrm xmlns:a="http://schemas.openxmlformats.org/drawingml/2006/main">
            <a:off x="0" y="6629400"/>
            <a:ext cx="12192000" cy="22860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A20F0EC-5633-4FB8-9DE9-40285FF59249}"/>
              </a:ext>
            </a:extLst>
          </p:cNvPr>
          <p:cNvSpPr>
            <a:spLocks xmlns:a="http://schemas.openxmlformats.org/drawingml/2006/main" noGrp="1"/>
          </p:cNvSpPr>
          <p:nvPr/>
        </p:nvSpPr>
        <p:spPr>
          <a:xfrm xmlns:a="http://schemas.openxmlformats.org/drawingml/2006/main">
            <a:off x="552450" y="5524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6D181A4-5841-4087-B667-ABDE50DF7527}"/>
              </a:ext>
            </a:extLst>
          </p:cNvPr>
          <p:cNvSpPr>
            <a:spLocks xmlns:a="http://schemas.openxmlformats.org/drawingml/2006/main" noGrp="1"/>
          </p:cNvSpPr>
          <p:nvPr/>
        </p:nvSpPr>
        <p:spPr>
          <a:xfrm xmlns:a="http://schemas.openxmlformats.org/drawingml/2006/main">
            <a:off x="2200275" y="14763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257D03B-2DC7-476F-A915-EE60C115C0D0}"/>
              </a:ext>
            </a:extLst>
          </p:cNvPr>
          <p:cNvSpPr>
            <a:spLocks xmlns:a="http://schemas.openxmlformats.org/drawingml/2006/main" noGrp="1"/>
          </p:cNvSpPr>
          <p:nvPr/>
        </p:nvSpPr>
        <p:spPr>
          <a:xfrm xmlns:a="http://schemas.openxmlformats.org/drawingml/2006/main">
            <a:off x="3848100" y="240030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597FBF4-5C55-4BFD-82F1-9A61845FC8EF}"/>
              </a:ext>
            </a:extLst>
          </p:cNvPr>
          <p:cNvSpPr>
            <a:spLocks xmlns:a="http://schemas.openxmlformats.org/drawingml/2006/main" noGrp="1"/>
          </p:cNvSpPr>
          <p:nvPr/>
        </p:nvSpPr>
        <p:spPr>
          <a:xfrm xmlns:a="http://schemas.openxmlformats.org/drawingml/2006/main">
            <a:off x="5495925" y="332422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4E01E39-2D12-4799-8800-E957DC4DC720}"/>
              </a:ext>
            </a:extLst>
          </p:cNvPr>
          <p:cNvSpPr>
            <a:spLocks xmlns:a="http://schemas.openxmlformats.org/drawingml/2006/main" noGrp="1"/>
          </p:cNvSpPr>
          <p:nvPr/>
        </p:nvSpPr>
        <p:spPr>
          <a:xfrm xmlns:a="http://schemas.openxmlformats.org/drawingml/2006/main">
            <a:off x="7143750" y="424815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5A02A05-1CB8-4880-83B6-79AE04C971EA}"/>
              </a:ext>
            </a:extLst>
          </p:cNvPr>
          <p:cNvSpPr>
            <a:spLocks xmlns:a="http://schemas.openxmlformats.org/drawingml/2006/main" noGrp="1"/>
          </p:cNvSpPr>
          <p:nvPr/>
        </p:nvSpPr>
        <p:spPr>
          <a:xfrm xmlns:a="http://schemas.openxmlformats.org/drawingml/2006/main">
            <a:off x="8791575" y="517207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80A8543-66EC-40C7-B5CF-E9505701B61A}"/>
              </a:ext>
            </a:extLst>
          </p:cNvPr>
          <p:cNvSpPr>
            <a:spLocks xmlns:a="http://schemas.openxmlformats.org/drawingml/2006/main" noGrp="1"/>
          </p:cNvSpPr>
          <p:nvPr/>
        </p:nvSpPr>
        <p:spPr>
          <a:xfrm xmlns:a="http://schemas.openxmlformats.org/drawingml/2006/main">
            <a:off x="10439400" y="68580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E83A9CB-EAC1-4B75-92E7-F659BFD884F3}"/>
              </a:ext>
            </a:extLst>
          </p:cNvPr>
          <p:cNvSpPr>
            <a:spLocks xmlns:a="http://schemas.openxmlformats.org/drawingml/2006/main" noGrp="1"/>
          </p:cNvSpPr>
          <p:nvPr/>
        </p:nvSpPr>
        <p:spPr>
          <a:xfrm xmlns:a="http://schemas.openxmlformats.org/drawingml/2006/main">
            <a:off x="1038225" y="160972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D034982-7027-447A-9D83-BB379B8BF98B}"/>
              </a:ext>
            </a:extLst>
          </p:cNvPr>
          <p:cNvSpPr>
            <a:spLocks xmlns:a="http://schemas.openxmlformats.org/drawingml/2006/main" noGrp="1"/>
          </p:cNvSpPr>
          <p:nvPr/>
        </p:nvSpPr>
        <p:spPr>
          <a:xfrm xmlns:a="http://schemas.openxmlformats.org/drawingml/2006/main">
            <a:off x="2686050" y="253365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2F1BFE0-0C01-4FCE-BD45-F3652FFEA95A}"/>
              </a:ext>
            </a:extLst>
          </p:cNvPr>
          <p:cNvSpPr>
            <a:spLocks xmlns:a="http://schemas.openxmlformats.org/drawingml/2006/main" noGrp="1"/>
          </p:cNvSpPr>
          <p:nvPr/>
        </p:nvSpPr>
        <p:spPr>
          <a:xfrm xmlns:a="http://schemas.openxmlformats.org/drawingml/2006/main">
            <a:off x="4333875" y="345757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8EB01D0-84A2-42EE-86F5-6B1B731673F1}"/>
              </a:ext>
            </a:extLst>
          </p:cNvPr>
          <p:cNvSpPr>
            <a:spLocks xmlns:a="http://schemas.openxmlformats.org/drawingml/2006/main" noGrp="1"/>
          </p:cNvSpPr>
          <p:nvPr/>
        </p:nvSpPr>
        <p:spPr>
          <a:xfrm xmlns:a="http://schemas.openxmlformats.org/drawingml/2006/main">
            <a:off x="5981700" y="438150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305E7DA-280F-4029-80A9-69C72CD2C63C}"/>
              </a:ext>
            </a:extLst>
          </p:cNvPr>
          <p:cNvSpPr>
            <a:spLocks xmlns:a="http://schemas.openxmlformats.org/drawingml/2006/main" noGrp="1"/>
          </p:cNvSpPr>
          <p:nvPr/>
        </p:nvSpPr>
        <p:spPr>
          <a:xfrm xmlns:a="http://schemas.openxmlformats.org/drawingml/2006/main">
            <a:off x="7629525" y="530542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CADF05E-5E9A-43B0-B000-AA0699120012}"/>
              </a:ext>
            </a:extLst>
          </p:cNvPr>
          <p:cNvSpPr>
            <a:spLocks xmlns:a="http://schemas.openxmlformats.org/drawingml/2006/main" noGrp="1"/>
          </p:cNvSpPr>
          <p:nvPr/>
        </p:nvSpPr>
        <p:spPr>
          <a:xfrm xmlns:a="http://schemas.openxmlformats.org/drawingml/2006/main">
            <a:off x="9277350" y="81915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F816866-20C1-4C8A-955A-854F1DC5AE79}"/>
              </a:ext>
            </a:extLst>
          </p:cNvPr>
          <p:cNvSpPr>
            <a:spLocks xmlns:a="http://schemas.openxmlformats.org/drawingml/2006/main" noGrp="1"/>
          </p:cNvSpPr>
          <p:nvPr/>
        </p:nvSpPr>
        <p:spPr>
          <a:xfrm xmlns:a="http://schemas.openxmlformats.org/drawingml/2006/main">
            <a:off x="10925175" y="174307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3ABAC6A-9175-48D0-A92F-8C000EE578C1}"/>
              </a:ext>
            </a:extLst>
          </p:cNvPr>
          <p:cNvSpPr>
            <a:spLocks xmlns:a="http://schemas.openxmlformats.org/drawingml/2006/main" noGrp="1"/>
          </p:cNvSpPr>
          <p:nvPr/>
        </p:nvSpPr>
        <p:spPr>
          <a:xfrm xmlns:a="http://schemas.openxmlformats.org/drawingml/2006/main">
            <a:off x="1524000" y="266700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6D2B205-A8BE-4E99-8EA9-6C6364F3232D}"/>
              </a:ext>
            </a:extLst>
          </p:cNvPr>
          <p:cNvSpPr>
            <a:spLocks xmlns:a="http://schemas.openxmlformats.org/drawingml/2006/main" noGrp="1"/>
          </p:cNvSpPr>
          <p:nvPr/>
        </p:nvSpPr>
        <p:spPr>
          <a:xfrm xmlns:a="http://schemas.openxmlformats.org/drawingml/2006/main">
            <a:off x="3171825" y="359092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8ADEC8A-6F88-4536-AA27-41927191E6CF}"/>
              </a:ext>
            </a:extLst>
          </p:cNvPr>
          <p:cNvSpPr>
            <a:spLocks xmlns:a="http://schemas.openxmlformats.org/drawingml/2006/main" noGrp="1"/>
          </p:cNvSpPr>
          <p:nvPr/>
        </p:nvSpPr>
        <p:spPr>
          <a:xfrm xmlns:a="http://schemas.openxmlformats.org/drawingml/2006/main">
            <a:off x="4819650" y="451485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009E980-628B-4A1E-BF56-E03D01D83049}"/>
              </a:ext>
            </a:extLst>
          </p:cNvPr>
          <p:cNvSpPr>
            <a:spLocks xmlns:a="http://schemas.openxmlformats.org/drawingml/2006/main" noGrp="1"/>
          </p:cNvSpPr>
          <p:nvPr/>
        </p:nvSpPr>
        <p:spPr>
          <a:xfrm xmlns:a="http://schemas.openxmlformats.org/drawingml/2006/main">
            <a:off x="6467475" y="543877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0C3404C-E8BC-4BCF-9EC8-1776FCC709E6}"/>
              </a:ext>
            </a:extLst>
          </p:cNvPr>
          <p:cNvSpPr>
            <a:spLocks xmlns:a="http://schemas.openxmlformats.org/drawingml/2006/main" noGrp="1"/>
          </p:cNvSpPr>
          <p:nvPr/>
        </p:nvSpPr>
        <p:spPr>
          <a:xfrm xmlns:a="http://schemas.openxmlformats.org/drawingml/2006/main">
            <a:off x="8115300" y="95250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7FBDC37-A75E-4D17-BB6C-7C729DD43783}"/>
              </a:ext>
            </a:extLst>
          </p:cNvPr>
          <p:cNvSpPr>
            <a:spLocks xmlns:a="http://schemas.openxmlformats.org/drawingml/2006/main" noGrp="1"/>
          </p:cNvSpPr>
          <p:nvPr/>
        </p:nvSpPr>
        <p:spPr>
          <a:xfrm xmlns:a="http://schemas.openxmlformats.org/drawingml/2006/main">
            <a:off x="9763125" y="187642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B6D634E-59B4-4D40-ABED-66CAFAAA068E}"/>
              </a:ext>
            </a:extLst>
          </p:cNvPr>
          <p:cNvSpPr>
            <a:spLocks xmlns:a="http://schemas.openxmlformats.org/drawingml/2006/main" noGrp="1"/>
          </p:cNvSpPr>
          <p:nvPr/>
        </p:nvSpPr>
        <p:spPr>
          <a:xfrm xmlns:a="http://schemas.openxmlformats.org/drawingml/2006/main">
            <a:off x="11410950" y="28003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97C2679-B713-4114-A1D6-E363447B834A}"/>
              </a:ext>
            </a:extLst>
          </p:cNvPr>
          <p:cNvSpPr>
            <a:spLocks xmlns:a="http://schemas.openxmlformats.org/drawingml/2006/main" noGrp="1"/>
          </p:cNvSpPr>
          <p:nvPr/>
        </p:nvSpPr>
        <p:spPr>
          <a:xfrm xmlns:a="http://schemas.openxmlformats.org/drawingml/2006/main">
            <a:off x="2009775" y="37242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F7238C51-742A-444F-8FAB-4D729FC790BA}"/>
              </a:ext>
            </a:extLst>
          </p:cNvPr>
          <p:cNvSpPr>
            <a:spLocks xmlns:a="http://schemas.openxmlformats.org/drawingml/2006/main" noGrp="1"/>
          </p:cNvSpPr>
          <p:nvPr/>
        </p:nvSpPr>
        <p:spPr>
          <a:xfrm xmlns:a="http://schemas.openxmlformats.org/drawingml/2006/main">
            <a:off x="552450" y="4000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D9DFC8"/>
                </a:solidFill>
                <a:latin typeface="Chalkboard"/>
                <a:ea typeface="Chalkboard"/>
                <a:cs typeface="Chalkboard"/>
              </a:defRPr>
            </a:pPr>
            <a:r>
              <a:rPr sz="1125" b="1">
                <a:solidFill>
                  <a:srgbClr val="D9DFC8"/>
                </a:solidFill>
                <a:latin typeface="Chalkboard"/>
                <a:ea typeface="Chalkboard"/>
                <a:cs typeface="Chalkboard"/>
              </a:rPr>
              <a:t>COMMAND OF EVIDENCE</a:t>
            </a:r>
          </a:p>
        </p:txBody>
      </p:sp>
      <p:sp>
        <p:nvSpPr>
          <p:cNvPr id="28" name="">
            <a:extLst xmlns:a="http://schemas.openxmlformats.org/drawingml/2006/main">
              <a:ext uri="{FF2B5EF4-FFF2-40B4-BE49-F238E27FC236}">
                <a16:creationId xmlns:a16="http://schemas.microsoft.com/office/drawing/2014/main" id="{83FD9C27-2D47-4E33-8A7E-5AE28D82CA93}"/>
              </a:ext>
            </a:extLst>
          </p:cNvPr>
          <p:cNvSpPr>
            <a:spLocks xmlns:a="http://schemas.openxmlformats.org/drawingml/2006/main" noGrp="1"/>
          </p:cNvSpPr>
          <p:nvPr/>
        </p:nvSpPr>
        <p:spPr>
          <a:xfrm xmlns:a="http://schemas.openxmlformats.org/drawingml/2006/main">
            <a:off x="11001375" y="6191250"/>
            <a:ext cx="60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1650" b="1">
                <a:solidFill>
                  <a:srgbClr val="D9DFC8"/>
                </a:solidFill>
                <a:latin typeface="Chalkboard"/>
                <a:ea typeface="Chalkboard"/>
                <a:cs typeface="Chalkboard"/>
              </a:defRPr>
            </a:pPr>
            <a:r>
              <a:rPr sz="1650" b="1">
                <a:solidFill>
                  <a:srgbClr val="D9DFC8"/>
                </a:solidFill>
                <a:latin typeface="Chalkboard"/>
                <a:ea typeface="Chalkboard"/>
                <a:cs typeface="Chalkboard"/>
              </a:rPr>
              <a:t>07</a:t>
            </a:r>
          </a:p>
        </p:txBody>
      </p:sp>
      <p:sp>
        <p:nvSpPr>
          <p:cNvPr id="29" name="">
            <a:extLst xmlns:a="http://schemas.openxmlformats.org/drawingml/2006/main">
              <a:ext uri="{FF2B5EF4-FFF2-40B4-BE49-F238E27FC236}">
                <a16:creationId xmlns:a16="http://schemas.microsoft.com/office/drawing/2014/main" id="{CBFB3A03-7150-47F5-94F0-BCF3485237D9}"/>
              </a:ext>
            </a:extLst>
          </p:cNvPr>
          <p:cNvSpPr>
            <a:spLocks xmlns:a="http://schemas.openxmlformats.org/drawingml/2006/main" noGrp="1"/>
          </p:cNvSpPr>
          <p:nvPr/>
        </p:nvSpPr>
        <p:spPr>
          <a:xfrm xmlns:a="http://schemas.openxmlformats.org/drawingml/2006/main">
            <a:off x="685800" y="904875"/>
            <a:ext cx="8382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4050" b="1">
                <a:solidFill>
                  <a:srgbClr val="F5F0DD"/>
                </a:solidFill>
                <a:latin typeface="Chalkboard"/>
                <a:ea typeface="Chalkboard"/>
                <a:cs typeface="Chalkboard"/>
              </a:defRPr>
            </a:pPr>
            <a:r>
              <a:rPr sz="4050" b="1">
                <a:solidFill>
                  <a:srgbClr val="F5F0DD"/>
                </a:solidFill>
                <a:latin typeface="Chalkboard"/>
                <a:ea typeface="Chalkboard"/>
                <a:cs typeface="Chalkboard"/>
              </a:rPr>
              <a:t>Step 3: Be Strict With Choices</a:t>
            </a:r>
          </a:p>
        </p:txBody>
      </p:sp>
      <p:sp>
        <p:nvSpPr>
          <p:cNvPr id="30" name="">
            <a:extLst xmlns:a="http://schemas.openxmlformats.org/drawingml/2006/main">
              <a:ext uri="{FF2B5EF4-FFF2-40B4-BE49-F238E27FC236}">
                <a16:creationId xmlns:a16="http://schemas.microsoft.com/office/drawing/2014/main" id="{25B9D859-9093-40CB-8F18-8B85FF512E5B}"/>
              </a:ext>
            </a:extLst>
          </p:cNvPr>
          <p:cNvSpPr>
            <a:spLocks xmlns:a="http://schemas.openxmlformats.org/drawingml/2006/main" noGrp="1"/>
          </p:cNvSpPr>
          <p:nvPr/>
        </p:nvSpPr>
        <p:spPr>
          <a:xfrm xmlns:a="http://schemas.openxmlformats.org/drawingml/2006/main">
            <a:off x="704850" y="2176463"/>
            <a:ext cx="9105900" cy="28575"/>
          </a:xfrm>
          <a:prstGeom xmlns:a="http://schemas.openxmlformats.org/drawingml/2006/main" prst="rect">
            <a:avLst/>
          </a:prstGeom>
          <a:solidFill xmlns:a="http://schemas.openxmlformats.org/drawingml/2006/main">
            <a:srgbClr val="F2D46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A5177332-B85F-4B3C-B376-7D248D9B6F26}"/>
              </a:ext>
            </a:extLst>
          </p:cNvPr>
          <p:cNvSpPr>
            <a:spLocks xmlns:a="http://schemas.openxmlformats.org/drawingml/2006/main" noGrp="1"/>
          </p:cNvSpPr>
          <p:nvPr/>
        </p:nvSpPr>
        <p:spPr>
          <a:xfrm xmlns:a="http://schemas.openxmlformats.org/drawingml/2006/main">
            <a:off x="723900" y="2419350"/>
            <a:ext cx="857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D9DFC8"/>
                </a:solidFill>
                <a:latin typeface="Chalkboard"/>
                <a:ea typeface="Chalkboard"/>
                <a:cs typeface="Chalkboard"/>
              </a:defRPr>
            </a:pPr>
            <a:r>
              <a:rPr sz="1800" b="0">
                <a:solidFill>
                  <a:srgbClr val="D9DFC8"/>
                </a:solidFill>
                <a:latin typeface="Chalkboard"/>
                <a:ea typeface="Chalkboard"/>
                <a:cs typeface="Chalkboard"/>
              </a:rPr>
              <a:t>Related is not the same as supporting.</a:t>
            </a:r>
          </a:p>
        </p:txBody>
      </p:sp>
      <p:sp>
        <p:nvSpPr>
          <p:cNvPr id="32" name="">
            <a:extLst xmlns:a="http://schemas.openxmlformats.org/drawingml/2006/main">
              <a:ext uri="{FF2B5EF4-FFF2-40B4-BE49-F238E27FC236}">
                <a16:creationId xmlns:a16="http://schemas.microsoft.com/office/drawing/2014/main" id="{2348C79C-D68F-4114-8679-5F485BAE0AB4}"/>
              </a:ext>
            </a:extLst>
          </p:cNvPr>
          <p:cNvSpPr>
            <a:spLocks xmlns:a="http://schemas.openxmlformats.org/drawingml/2006/main" noGrp="1"/>
          </p:cNvSpPr>
          <p:nvPr/>
        </p:nvSpPr>
        <p:spPr>
          <a:xfrm xmlns:a="http://schemas.openxmlformats.org/drawingml/2006/main">
            <a:off x="838200" y="3000375"/>
            <a:ext cx="3143250" cy="1952625"/>
          </a:xfrm>
          <a:prstGeom xmlns:a="http://schemas.openxmlformats.org/drawingml/2006/main" prst="roundRect">
            <a:avLst>
              <a:gd name="adj" fmla="val 3902"/>
            </a:avLst>
          </a:prstGeom>
          <a:solidFill xmlns:a="http://schemas.openxmlformats.org/drawingml/2006/main">
            <a:srgbClr val="FFFFFF">
              <a:alpha val="3137"/>
            </a:srgbClr>
          </a:solidFill>
          <a:ln xmlns:a="http://schemas.openxmlformats.org/drawingml/2006/main" w="19050">
            <a:solidFill>
              <a:srgbClr val="F29B91"/>
            </a:solidFill>
            <a:prstDash val="solid"/>
          </a:ln>
        </p:spPr>
      </p:sp>
      <p:sp>
        <p:nvSpPr>
          <p:cNvPr id="33" name="">
            <a:extLst xmlns:a="http://schemas.openxmlformats.org/drawingml/2006/main">
              <a:ext uri="{FF2B5EF4-FFF2-40B4-BE49-F238E27FC236}">
                <a16:creationId xmlns:a16="http://schemas.microsoft.com/office/drawing/2014/main" id="{727B8FFF-DFC7-4851-8589-9C6722334446}"/>
              </a:ext>
            </a:extLst>
          </p:cNvPr>
          <p:cNvSpPr>
            <a:spLocks xmlns:a="http://schemas.openxmlformats.org/drawingml/2006/main" noGrp="1"/>
          </p:cNvSpPr>
          <p:nvPr/>
        </p:nvSpPr>
        <p:spPr>
          <a:xfrm xmlns:a="http://schemas.openxmlformats.org/drawingml/2006/main">
            <a:off x="1047750" y="3171825"/>
            <a:ext cx="2724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29B91"/>
                </a:solidFill>
                <a:latin typeface="Chalkboard"/>
                <a:ea typeface="Chalkboard"/>
                <a:cs typeface="Chalkboard"/>
              </a:defRPr>
            </a:pPr>
            <a:r>
              <a:rPr sz="1800" b="1">
                <a:solidFill>
                  <a:srgbClr val="F29B91"/>
                </a:solidFill>
                <a:latin typeface="Chalkboard"/>
                <a:ea typeface="Chalkboard"/>
                <a:cs typeface="Chalkboard"/>
              </a:rPr>
              <a:t>Wrong: same topic</a:t>
            </a:r>
          </a:p>
        </p:txBody>
      </p:sp>
      <p:sp>
        <p:nvSpPr>
          <p:cNvPr id="34" name="">
            <a:extLst xmlns:a="http://schemas.openxmlformats.org/drawingml/2006/main">
              <a:ext uri="{FF2B5EF4-FFF2-40B4-BE49-F238E27FC236}">
                <a16:creationId xmlns:a16="http://schemas.microsoft.com/office/drawing/2014/main" id="{6C08A09C-EC8D-453D-AA57-925553FAB61E}"/>
              </a:ext>
            </a:extLst>
          </p:cNvPr>
          <p:cNvSpPr>
            <a:spLocks xmlns:a="http://schemas.openxmlformats.org/drawingml/2006/main" noGrp="1"/>
          </p:cNvSpPr>
          <p:nvPr/>
        </p:nvSpPr>
        <p:spPr>
          <a:xfrm xmlns:a="http://schemas.openxmlformats.org/drawingml/2006/main">
            <a:off x="1047750" y="3552825"/>
            <a:ext cx="27241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D9DFC8"/>
                </a:solidFill>
                <a:latin typeface="Chalkboard"/>
                <a:ea typeface="Chalkboard"/>
                <a:cs typeface="Chalkboard"/>
              </a:defRPr>
            </a:pPr>
            <a:r>
              <a:rPr sz="1425" b="0">
                <a:solidFill>
                  <a:srgbClr val="D9DFC8"/>
                </a:solidFill>
                <a:latin typeface="Chalkboard"/>
                <a:ea typeface="Chalkboard"/>
                <a:cs typeface="Chalkboard"/>
              </a:rPr>
              <a:t>Mentions the subject but does not prove the claim.</a:t>
            </a:r>
          </a:p>
        </p:txBody>
      </p:sp>
      <p:sp>
        <p:nvSpPr>
          <p:cNvPr id="35" name="">
            <a:extLst xmlns:a="http://schemas.openxmlformats.org/drawingml/2006/main">
              <a:ext uri="{FF2B5EF4-FFF2-40B4-BE49-F238E27FC236}">
                <a16:creationId xmlns:a16="http://schemas.microsoft.com/office/drawing/2014/main" id="{F17BBC1A-88E0-4309-ACFF-B2E119DC6405}"/>
              </a:ext>
            </a:extLst>
          </p:cNvPr>
          <p:cNvSpPr>
            <a:spLocks xmlns:a="http://schemas.openxmlformats.org/drawingml/2006/main" noGrp="1"/>
          </p:cNvSpPr>
          <p:nvPr/>
        </p:nvSpPr>
        <p:spPr>
          <a:xfrm xmlns:a="http://schemas.openxmlformats.org/drawingml/2006/main">
            <a:off x="4524375" y="3000375"/>
            <a:ext cx="3143250" cy="1952625"/>
          </a:xfrm>
          <a:prstGeom xmlns:a="http://schemas.openxmlformats.org/drawingml/2006/main" prst="roundRect">
            <a:avLst>
              <a:gd name="adj" fmla="val 3902"/>
            </a:avLst>
          </a:prstGeom>
          <a:solidFill xmlns:a="http://schemas.openxmlformats.org/drawingml/2006/main">
            <a:srgbClr val="FFFFFF">
              <a:alpha val="3137"/>
            </a:srgbClr>
          </a:solidFill>
          <a:ln xmlns:a="http://schemas.openxmlformats.org/drawingml/2006/main" w="19050">
            <a:solidFill>
              <a:srgbClr val="F2D46B"/>
            </a:solidFill>
            <a:prstDash val="solid"/>
          </a:ln>
        </p:spPr>
      </p:sp>
      <p:sp>
        <p:nvSpPr>
          <p:cNvPr id="36" name="">
            <a:extLst xmlns:a="http://schemas.openxmlformats.org/drawingml/2006/main">
              <a:ext uri="{FF2B5EF4-FFF2-40B4-BE49-F238E27FC236}">
                <a16:creationId xmlns:a16="http://schemas.microsoft.com/office/drawing/2014/main" id="{A34EDB9E-20EF-4D1F-A6ED-4DA75066F3D3}"/>
              </a:ext>
            </a:extLst>
          </p:cNvPr>
          <p:cNvSpPr>
            <a:spLocks xmlns:a="http://schemas.openxmlformats.org/drawingml/2006/main" noGrp="1"/>
          </p:cNvSpPr>
          <p:nvPr/>
        </p:nvSpPr>
        <p:spPr>
          <a:xfrm xmlns:a="http://schemas.openxmlformats.org/drawingml/2006/main">
            <a:off x="4733925" y="3171825"/>
            <a:ext cx="2724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2D46B"/>
                </a:solidFill>
                <a:latin typeface="Chalkboard"/>
                <a:ea typeface="Chalkboard"/>
                <a:cs typeface="Chalkboard"/>
              </a:defRPr>
            </a:pPr>
            <a:r>
              <a:rPr sz="1800" b="1">
                <a:solidFill>
                  <a:srgbClr val="F2D46B"/>
                </a:solidFill>
                <a:latin typeface="Chalkboard"/>
                <a:ea typeface="Chalkboard"/>
                <a:cs typeface="Chalkboard"/>
              </a:rPr>
              <a:t>Wrong: too broad</a:t>
            </a:r>
          </a:p>
        </p:txBody>
      </p:sp>
      <p:sp>
        <p:nvSpPr>
          <p:cNvPr id="37" name="">
            <a:extLst xmlns:a="http://schemas.openxmlformats.org/drawingml/2006/main">
              <a:ext uri="{FF2B5EF4-FFF2-40B4-BE49-F238E27FC236}">
                <a16:creationId xmlns:a16="http://schemas.microsoft.com/office/drawing/2014/main" id="{25D232E0-23D5-4894-B7BF-0BE5B9684BC4}"/>
              </a:ext>
            </a:extLst>
          </p:cNvPr>
          <p:cNvSpPr>
            <a:spLocks xmlns:a="http://schemas.openxmlformats.org/drawingml/2006/main" noGrp="1"/>
          </p:cNvSpPr>
          <p:nvPr/>
        </p:nvSpPr>
        <p:spPr>
          <a:xfrm xmlns:a="http://schemas.openxmlformats.org/drawingml/2006/main">
            <a:off x="4733925" y="3552825"/>
            <a:ext cx="27241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D9DFC8"/>
                </a:solidFill>
                <a:latin typeface="Chalkboard"/>
                <a:ea typeface="Chalkboard"/>
                <a:cs typeface="Chalkboard"/>
              </a:defRPr>
            </a:pPr>
            <a:r>
              <a:rPr sz="1425" b="0">
                <a:solidFill>
                  <a:srgbClr val="D9DFC8"/>
                </a:solidFill>
                <a:latin typeface="Chalkboard"/>
                <a:ea typeface="Chalkboard"/>
                <a:cs typeface="Chalkboard"/>
              </a:rPr>
              <a:t>Goes beyond what the claim says or changes the focus.</a:t>
            </a:r>
          </a:p>
        </p:txBody>
      </p:sp>
      <p:sp>
        <p:nvSpPr>
          <p:cNvPr id="38" name="">
            <a:extLst xmlns:a="http://schemas.openxmlformats.org/drawingml/2006/main">
              <a:ext uri="{FF2B5EF4-FFF2-40B4-BE49-F238E27FC236}">
                <a16:creationId xmlns:a16="http://schemas.microsoft.com/office/drawing/2014/main" id="{7C477F83-5AFC-4E5C-9BBF-6781B27C670C}"/>
              </a:ext>
            </a:extLst>
          </p:cNvPr>
          <p:cNvSpPr>
            <a:spLocks xmlns:a="http://schemas.openxmlformats.org/drawingml/2006/main" noGrp="1"/>
          </p:cNvSpPr>
          <p:nvPr/>
        </p:nvSpPr>
        <p:spPr>
          <a:xfrm xmlns:a="http://schemas.openxmlformats.org/drawingml/2006/main">
            <a:off x="8210550" y="3000375"/>
            <a:ext cx="3143250" cy="1952625"/>
          </a:xfrm>
          <a:prstGeom xmlns:a="http://schemas.openxmlformats.org/drawingml/2006/main" prst="roundRect">
            <a:avLst>
              <a:gd name="adj" fmla="val 3902"/>
            </a:avLst>
          </a:prstGeom>
          <a:solidFill xmlns:a="http://schemas.openxmlformats.org/drawingml/2006/main">
            <a:srgbClr val="FFFFFF">
              <a:alpha val="3137"/>
            </a:srgbClr>
          </a:solidFill>
          <a:ln xmlns:a="http://schemas.openxmlformats.org/drawingml/2006/main" w="19050">
            <a:solidFill>
              <a:srgbClr val="9FE3B4"/>
            </a:solidFill>
            <a:prstDash val="solid"/>
          </a:ln>
        </p:spPr>
      </p:sp>
      <p:sp>
        <p:nvSpPr>
          <p:cNvPr id="39" name="">
            <a:extLst xmlns:a="http://schemas.openxmlformats.org/drawingml/2006/main">
              <a:ext uri="{FF2B5EF4-FFF2-40B4-BE49-F238E27FC236}">
                <a16:creationId xmlns:a16="http://schemas.microsoft.com/office/drawing/2014/main" id="{A383FE7D-0492-488E-9CEA-658804E15B6E}"/>
              </a:ext>
            </a:extLst>
          </p:cNvPr>
          <p:cNvSpPr>
            <a:spLocks xmlns:a="http://schemas.openxmlformats.org/drawingml/2006/main" noGrp="1"/>
          </p:cNvSpPr>
          <p:nvPr/>
        </p:nvSpPr>
        <p:spPr>
          <a:xfrm xmlns:a="http://schemas.openxmlformats.org/drawingml/2006/main">
            <a:off x="8420100" y="3171825"/>
            <a:ext cx="2724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9FE3B4"/>
                </a:solidFill>
                <a:latin typeface="Chalkboard"/>
                <a:ea typeface="Chalkboard"/>
                <a:cs typeface="Chalkboard"/>
              </a:defRPr>
            </a:pPr>
            <a:r>
              <a:rPr sz="1800" b="1">
                <a:solidFill>
                  <a:srgbClr val="9FE3B4"/>
                </a:solidFill>
                <a:latin typeface="Chalkboard"/>
                <a:ea typeface="Chalkboard"/>
                <a:cs typeface="Chalkboard"/>
              </a:rPr>
              <a:t>Right: exact match</a:t>
            </a:r>
          </a:p>
        </p:txBody>
      </p:sp>
      <p:sp>
        <p:nvSpPr>
          <p:cNvPr id="40" name="">
            <a:extLst xmlns:a="http://schemas.openxmlformats.org/drawingml/2006/main">
              <a:ext uri="{FF2B5EF4-FFF2-40B4-BE49-F238E27FC236}">
                <a16:creationId xmlns:a16="http://schemas.microsoft.com/office/drawing/2014/main" id="{31C05D9B-D81C-42B1-89D9-F858D7D08D45}"/>
              </a:ext>
            </a:extLst>
          </p:cNvPr>
          <p:cNvSpPr>
            <a:spLocks xmlns:a="http://schemas.openxmlformats.org/drawingml/2006/main" noGrp="1"/>
          </p:cNvSpPr>
          <p:nvPr/>
        </p:nvSpPr>
        <p:spPr>
          <a:xfrm xmlns:a="http://schemas.openxmlformats.org/drawingml/2006/main">
            <a:off x="8420100" y="3552825"/>
            <a:ext cx="27241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D9DFC8"/>
                </a:solidFill>
                <a:latin typeface="Chalkboard"/>
                <a:ea typeface="Chalkboard"/>
                <a:cs typeface="Chalkboard"/>
              </a:defRPr>
            </a:pPr>
            <a:r>
              <a:rPr sz="1425" b="0">
                <a:solidFill>
                  <a:srgbClr val="D9DFC8"/>
                </a:solidFill>
                <a:latin typeface="Chalkboard"/>
                <a:ea typeface="Chalkboard"/>
                <a:cs typeface="Chalkboard"/>
              </a:rPr>
              <a:t>Shows the same cause, effect, quality, or relationship as the claim.</a:t>
            </a:r>
          </a:p>
        </p:txBody>
      </p:sp>
      <p:sp>
        <p:nvSpPr>
          <p:cNvPr id="41" name="">
            <a:extLst xmlns:a="http://schemas.openxmlformats.org/drawingml/2006/main">
              <a:ext uri="{FF2B5EF4-FFF2-40B4-BE49-F238E27FC236}">
                <a16:creationId xmlns:a16="http://schemas.microsoft.com/office/drawing/2014/main" id="{7FB4F5CC-9BE0-4C58-A2AE-7FAD81688924}"/>
              </a:ext>
            </a:extLst>
          </p:cNvPr>
          <p:cNvSpPr>
            <a:spLocks xmlns:a="http://schemas.openxmlformats.org/drawingml/2006/main" noGrp="1"/>
          </p:cNvSpPr>
          <p:nvPr/>
        </p:nvSpPr>
        <p:spPr>
          <a:xfrm xmlns:a="http://schemas.openxmlformats.org/drawingml/2006/main">
            <a:off x="552450" y="6286500"/>
            <a:ext cx="838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0">
                <a:solidFill>
                  <a:srgbClr val="B8C7B4"/>
                </a:solidFill>
                <a:latin typeface="Chalkboard"/>
                <a:ea typeface="Chalkboard"/>
                <a:cs typeface="Chalkboard"/>
              </a:defRPr>
            </a:pPr>
            <a:r>
              <a:rPr sz="825" b="0">
                <a:solidFill>
                  <a:srgbClr val="B8C7B4"/>
                </a:solidFill>
                <a:latin typeface="Chalkboard"/>
                <a:ea typeface="Chalkboard"/>
                <a:cs typeface="Chalkboard"/>
              </a:rPr>
              <a:t>Adapted as a classroom summary from Khan Academy SAT Reading and Writing: Command of Evidence: Textual.</a:t>
            </a:r>
          </a:p>
        </p:txBody>
      </p:sp>
    </p:spTree>
    <p:extLst>
      <p:ext uri="{BB962C8B-B14F-4D97-AF65-F5344CB8AC3E}">
        <p14:creationId xmlns:p14="http://schemas.microsoft.com/office/powerpoint/2010/main" val="140994620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C05DE32-BCE9-4FB4-8FC2-0EA9AFD2DF0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83B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53D8340-4D91-4459-8AAA-3CC18A8CADC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000">
              <a:alpha val="0"/>
            </a:srgbClr>
          </a:solidFill>
          <a:ln xmlns:a="http://schemas.openxmlformats.org/drawingml/2006/main" w="57150">
            <a:solidFill>
              <a:srgbClr val="0A1712"/>
            </a:solidFill>
            <a:prstDash val="solid"/>
          </a:ln>
        </p:spPr>
      </p:sp>
      <p:sp>
        <p:nvSpPr>
          <p:cNvPr id="3" name="">
            <a:extLst xmlns:a="http://schemas.openxmlformats.org/drawingml/2006/main">
              <a:ext uri="{FF2B5EF4-FFF2-40B4-BE49-F238E27FC236}">
                <a16:creationId xmlns:a16="http://schemas.microsoft.com/office/drawing/2014/main" id="{8703A3B0-FB1E-4251-BB61-2752ADB9EB33}"/>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2B826F7-E3E0-44FF-9D50-4E5C39D28FEE}"/>
              </a:ext>
            </a:extLst>
          </p:cNvPr>
          <p:cNvSpPr>
            <a:spLocks xmlns:a="http://schemas.openxmlformats.org/drawingml/2006/main" noGrp="1"/>
          </p:cNvSpPr>
          <p:nvPr/>
        </p:nvSpPr>
        <p:spPr>
          <a:xfrm xmlns:a="http://schemas.openxmlformats.org/drawingml/2006/main">
            <a:off x="0" y="6629400"/>
            <a:ext cx="12192000" cy="22860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84D6E46-18BE-47AD-8114-477000388DE0}"/>
              </a:ext>
            </a:extLst>
          </p:cNvPr>
          <p:cNvSpPr>
            <a:spLocks xmlns:a="http://schemas.openxmlformats.org/drawingml/2006/main" noGrp="1"/>
          </p:cNvSpPr>
          <p:nvPr/>
        </p:nvSpPr>
        <p:spPr>
          <a:xfrm xmlns:a="http://schemas.openxmlformats.org/drawingml/2006/main">
            <a:off x="552450" y="5524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1C58961-5703-4B33-A411-8BD18B31B69E}"/>
              </a:ext>
            </a:extLst>
          </p:cNvPr>
          <p:cNvSpPr>
            <a:spLocks xmlns:a="http://schemas.openxmlformats.org/drawingml/2006/main" noGrp="1"/>
          </p:cNvSpPr>
          <p:nvPr/>
        </p:nvSpPr>
        <p:spPr>
          <a:xfrm xmlns:a="http://schemas.openxmlformats.org/drawingml/2006/main">
            <a:off x="2200275" y="14763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1CD1AA3-FD7D-4412-89F0-8B24D7288DE1}"/>
              </a:ext>
            </a:extLst>
          </p:cNvPr>
          <p:cNvSpPr>
            <a:spLocks xmlns:a="http://schemas.openxmlformats.org/drawingml/2006/main" noGrp="1"/>
          </p:cNvSpPr>
          <p:nvPr/>
        </p:nvSpPr>
        <p:spPr>
          <a:xfrm xmlns:a="http://schemas.openxmlformats.org/drawingml/2006/main">
            <a:off x="3848100" y="240030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3DF47FC-0113-4C50-A442-E6A7FCE69B7F}"/>
              </a:ext>
            </a:extLst>
          </p:cNvPr>
          <p:cNvSpPr>
            <a:spLocks xmlns:a="http://schemas.openxmlformats.org/drawingml/2006/main" noGrp="1"/>
          </p:cNvSpPr>
          <p:nvPr/>
        </p:nvSpPr>
        <p:spPr>
          <a:xfrm xmlns:a="http://schemas.openxmlformats.org/drawingml/2006/main">
            <a:off x="5495925" y="332422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8A9B25F-633F-4470-91FC-D8A60C240C0D}"/>
              </a:ext>
            </a:extLst>
          </p:cNvPr>
          <p:cNvSpPr>
            <a:spLocks xmlns:a="http://schemas.openxmlformats.org/drawingml/2006/main" noGrp="1"/>
          </p:cNvSpPr>
          <p:nvPr/>
        </p:nvSpPr>
        <p:spPr>
          <a:xfrm xmlns:a="http://schemas.openxmlformats.org/drawingml/2006/main">
            <a:off x="7143750" y="424815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592C8CE-8308-4252-9DA4-1B43531710B1}"/>
              </a:ext>
            </a:extLst>
          </p:cNvPr>
          <p:cNvSpPr>
            <a:spLocks xmlns:a="http://schemas.openxmlformats.org/drawingml/2006/main" noGrp="1"/>
          </p:cNvSpPr>
          <p:nvPr/>
        </p:nvSpPr>
        <p:spPr>
          <a:xfrm xmlns:a="http://schemas.openxmlformats.org/drawingml/2006/main">
            <a:off x="8791575" y="517207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E576C55-3315-486C-92A3-46D16C4FD52D}"/>
              </a:ext>
            </a:extLst>
          </p:cNvPr>
          <p:cNvSpPr>
            <a:spLocks xmlns:a="http://schemas.openxmlformats.org/drawingml/2006/main" noGrp="1"/>
          </p:cNvSpPr>
          <p:nvPr/>
        </p:nvSpPr>
        <p:spPr>
          <a:xfrm xmlns:a="http://schemas.openxmlformats.org/drawingml/2006/main">
            <a:off x="10439400" y="68580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9FD42F0-46D6-43A4-89DC-D5AE68AE34EC}"/>
              </a:ext>
            </a:extLst>
          </p:cNvPr>
          <p:cNvSpPr>
            <a:spLocks xmlns:a="http://schemas.openxmlformats.org/drawingml/2006/main" noGrp="1"/>
          </p:cNvSpPr>
          <p:nvPr/>
        </p:nvSpPr>
        <p:spPr>
          <a:xfrm xmlns:a="http://schemas.openxmlformats.org/drawingml/2006/main">
            <a:off x="1038225" y="160972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47ED38A-15FF-46C5-A8D9-4726A4772724}"/>
              </a:ext>
            </a:extLst>
          </p:cNvPr>
          <p:cNvSpPr>
            <a:spLocks xmlns:a="http://schemas.openxmlformats.org/drawingml/2006/main" noGrp="1"/>
          </p:cNvSpPr>
          <p:nvPr/>
        </p:nvSpPr>
        <p:spPr>
          <a:xfrm xmlns:a="http://schemas.openxmlformats.org/drawingml/2006/main">
            <a:off x="2686050" y="253365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44AF2C2-1741-4F6B-A204-8D80EA115AA6}"/>
              </a:ext>
            </a:extLst>
          </p:cNvPr>
          <p:cNvSpPr>
            <a:spLocks xmlns:a="http://schemas.openxmlformats.org/drawingml/2006/main" noGrp="1"/>
          </p:cNvSpPr>
          <p:nvPr/>
        </p:nvSpPr>
        <p:spPr>
          <a:xfrm xmlns:a="http://schemas.openxmlformats.org/drawingml/2006/main">
            <a:off x="4333875" y="345757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79A4AE2-250E-4C3C-8812-16577BD83BF5}"/>
              </a:ext>
            </a:extLst>
          </p:cNvPr>
          <p:cNvSpPr>
            <a:spLocks xmlns:a="http://schemas.openxmlformats.org/drawingml/2006/main" noGrp="1"/>
          </p:cNvSpPr>
          <p:nvPr/>
        </p:nvSpPr>
        <p:spPr>
          <a:xfrm xmlns:a="http://schemas.openxmlformats.org/drawingml/2006/main">
            <a:off x="5981700" y="438150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A1B54A2-9B2E-45E9-AB58-FDC753EDCF37}"/>
              </a:ext>
            </a:extLst>
          </p:cNvPr>
          <p:cNvSpPr>
            <a:spLocks xmlns:a="http://schemas.openxmlformats.org/drawingml/2006/main" noGrp="1"/>
          </p:cNvSpPr>
          <p:nvPr/>
        </p:nvSpPr>
        <p:spPr>
          <a:xfrm xmlns:a="http://schemas.openxmlformats.org/drawingml/2006/main">
            <a:off x="7629525" y="530542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FAB3018-8152-4402-848E-1BF765998607}"/>
              </a:ext>
            </a:extLst>
          </p:cNvPr>
          <p:cNvSpPr>
            <a:spLocks xmlns:a="http://schemas.openxmlformats.org/drawingml/2006/main" noGrp="1"/>
          </p:cNvSpPr>
          <p:nvPr/>
        </p:nvSpPr>
        <p:spPr>
          <a:xfrm xmlns:a="http://schemas.openxmlformats.org/drawingml/2006/main">
            <a:off x="9277350" y="81915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2F9A195-8EFE-44F1-A32D-85DD7673EA41}"/>
              </a:ext>
            </a:extLst>
          </p:cNvPr>
          <p:cNvSpPr>
            <a:spLocks xmlns:a="http://schemas.openxmlformats.org/drawingml/2006/main" noGrp="1"/>
          </p:cNvSpPr>
          <p:nvPr/>
        </p:nvSpPr>
        <p:spPr>
          <a:xfrm xmlns:a="http://schemas.openxmlformats.org/drawingml/2006/main">
            <a:off x="10925175" y="174307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1FBF5E7-AFCC-4AE7-8ECA-525807503468}"/>
              </a:ext>
            </a:extLst>
          </p:cNvPr>
          <p:cNvSpPr>
            <a:spLocks xmlns:a="http://schemas.openxmlformats.org/drawingml/2006/main" noGrp="1"/>
          </p:cNvSpPr>
          <p:nvPr/>
        </p:nvSpPr>
        <p:spPr>
          <a:xfrm xmlns:a="http://schemas.openxmlformats.org/drawingml/2006/main">
            <a:off x="1524000" y="266700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199D429-B4EC-455E-8AD4-263EAC6736CF}"/>
              </a:ext>
            </a:extLst>
          </p:cNvPr>
          <p:cNvSpPr>
            <a:spLocks xmlns:a="http://schemas.openxmlformats.org/drawingml/2006/main" noGrp="1"/>
          </p:cNvSpPr>
          <p:nvPr/>
        </p:nvSpPr>
        <p:spPr>
          <a:xfrm xmlns:a="http://schemas.openxmlformats.org/drawingml/2006/main">
            <a:off x="3171825" y="359092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6C8DE86-C9CB-47D5-AA49-F0B4B943EF13}"/>
              </a:ext>
            </a:extLst>
          </p:cNvPr>
          <p:cNvSpPr>
            <a:spLocks xmlns:a="http://schemas.openxmlformats.org/drawingml/2006/main" noGrp="1"/>
          </p:cNvSpPr>
          <p:nvPr/>
        </p:nvSpPr>
        <p:spPr>
          <a:xfrm xmlns:a="http://schemas.openxmlformats.org/drawingml/2006/main">
            <a:off x="4819650" y="451485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909372B-6CAB-4A07-BE27-97B2F8A3B910}"/>
              </a:ext>
            </a:extLst>
          </p:cNvPr>
          <p:cNvSpPr>
            <a:spLocks xmlns:a="http://schemas.openxmlformats.org/drawingml/2006/main" noGrp="1"/>
          </p:cNvSpPr>
          <p:nvPr/>
        </p:nvSpPr>
        <p:spPr>
          <a:xfrm xmlns:a="http://schemas.openxmlformats.org/drawingml/2006/main">
            <a:off x="6467475" y="543877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9F4A6E0-7F88-4870-B608-2C80801D0880}"/>
              </a:ext>
            </a:extLst>
          </p:cNvPr>
          <p:cNvSpPr>
            <a:spLocks xmlns:a="http://schemas.openxmlformats.org/drawingml/2006/main" noGrp="1"/>
          </p:cNvSpPr>
          <p:nvPr/>
        </p:nvSpPr>
        <p:spPr>
          <a:xfrm xmlns:a="http://schemas.openxmlformats.org/drawingml/2006/main">
            <a:off x="8115300" y="95250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E55DD408-B7DA-445B-A93F-5E2D04542836}"/>
              </a:ext>
            </a:extLst>
          </p:cNvPr>
          <p:cNvSpPr>
            <a:spLocks xmlns:a="http://schemas.openxmlformats.org/drawingml/2006/main" noGrp="1"/>
          </p:cNvSpPr>
          <p:nvPr/>
        </p:nvSpPr>
        <p:spPr>
          <a:xfrm xmlns:a="http://schemas.openxmlformats.org/drawingml/2006/main">
            <a:off x="9763125" y="187642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9BEA4620-A2C1-4722-9C26-7C4EF11F04C0}"/>
              </a:ext>
            </a:extLst>
          </p:cNvPr>
          <p:cNvSpPr>
            <a:spLocks xmlns:a="http://schemas.openxmlformats.org/drawingml/2006/main" noGrp="1"/>
          </p:cNvSpPr>
          <p:nvPr/>
        </p:nvSpPr>
        <p:spPr>
          <a:xfrm xmlns:a="http://schemas.openxmlformats.org/drawingml/2006/main">
            <a:off x="11410950" y="28003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D777D70-FCA4-4282-8117-3CCBE2F4A9D7}"/>
              </a:ext>
            </a:extLst>
          </p:cNvPr>
          <p:cNvSpPr>
            <a:spLocks xmlns:a="http://schemas.openxmlformats.org/drawingml/2006/main" noGrp="1"/>
          </p:cNvSpPr>
          <p:nvPr/>
        </p:nvSpPr>
        <p:spPr>
          <a:xfrm xmlns:a="http://schemas.openxmlformats.org/drawingml/2006/main">
            <a:off x="2009775" y="37242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9336FFB-D6AF-4A6E-B8EA-7263ED395609}"/>
              </a:ext>
            </a:extLst>
          </p:cNvPr>
          <p:cNvSpPr>
            <a:spLocks xmlns:a="http://schemas.openxmlformats.org/drawingml/2006/main" noGrp="1"/>
          </p:cNvSpPr>
          <p:nvPr/>
        </p:nvSpPr>
        <p:spPr>
          <a:xfrm xmlns:a="http://schemas.openxmlformats.org/drawingml/2006/main">
            <a:off x="552450" y="4000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D9DFC8"/>
                </a:solidFill>
                <a:latin typeface="Chalkboard"/>
                <a:ea typeface="Chalkboard"/>
                <a:cs typeface="Chalkboard"/>
              </a:defRPr>
            </a:pPr>
            <a:r>
              <a:rPr sz="1125" b="1">
                <a:solidFill>
                  <a:srgbClr val="D9DFC8"/>
                </a:solidFill>
                <a:latin typeface="Chalkboard"/>
                <a:ea typeface="Chalkboard"/>
                <a:cs typeface="Chalkboard"/>
              </a:rPr>
              <a:t>WORKED EXAMPLE: LITERARY</a:t>
            </a:r>
          </a:p>
        </p:txBody>
      </p:sp>
      <p:sp>
        <p:nvSpPr>
          <p:cNvPr id="28" name="">
            <a:extLst xmlns:a="http://schemas.openxmlformats.org/drawingml/2006/main">
              <a:ext uri="{FF2B5EF4-FFF2-40B4-BE49-F238E27FC236}">
                <a16:creationId xmlns:a16="http://schemas.microsoft.com/office/drawing/2014/main" id="{3D2B5835-6323-4FDF-B118-B5F5A082248B}"/>
              </a:ext>
            </a:extLst>
          </p:cNvPr>
          <p:cNvSpPr>
            <a:spLocks xmlns:a="http://schemas.openxmlformats.org/drawingml/2006/main" noGrp="1"/>
          </p:cNvSpPr>
          <p:nvPr/>
        </p:nvSpPr>
        <p:spPr>
          <a:xfrm xmlns:a="http://schemas.openxmlformats.org/drawingml/2006/main">
            <a:off x="11001375" y="6191250"/>
            <a:ext cx="60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1650" b="1">
                <a:solidFill>
                  <a:srgbClr val="D9DFC8"/>
                </a:solidFill>
                <a:latin typeface="Chalkboard"/>
                <a:ea typeface="Chalkboard"/>
                <a:cs typeface="Chalkboard"/>
              </a:defRPr>
            </a:pPr>
            <a:r>
              <a:rPr sz="1650" b="1">
                <a:solidFill>
                  <a:srgbClr val="D9DFC8"/>
                </a:solidFill>
                <a:latin typeface="Chalkboard"/>
                <a:ea typeface="Chalkboard"/>
                <a:cs typeface="Chalkboard"/>
              </a:rPr>
              <a:t>08</a:t>
            </a:r>
          </a:p>
        </p:txBody>
      </p:sp>
      <p:sp>
        <p:nvSpPr>
          <p:cNvPr id="29" name="">
            <a:extLst xmlns:a="http://schemas.openxmlformats.org/drawingml/2006/main">
              <a:ext uri="{FF2B5EF4-FFF2-40B4-BE49-F238E27FC236}">
                <a16:creationId xmlns:a16="http://schemas.microsoft.com/office/drawing/2014/main" id="{D793D227-646F-4085-981C-BB8B2D52E3AE}"/>
              </a:ext>
            </a:extLst>
          </p:cNvPr>
          <p:cNvSpPr>
            <a:spLocks xmlns:a="http://schemas.openxmlformats.org/drawingml/2006/main" noGrp="1"/>
          </p:cNvSpPr>
          <p:nvPr/>
        </p:nvSpPr>
        <p:spPr>
          <a:xfrm xmlns:a="http://schemas.openxmlformats.org/drawingml/2006/main">
            <a:off x="685800" y="904875"/>
            <a:ext cx="8382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4050" b="1">
                <a:solidFill>
                  <a:srgbClr val="F5F0DD"/>
                </a:solidFill>
                <a:latin typeface="Chalkboard"/>
                <a:ea typeface="Chalkboard"/>
                <a:cs typeface="Chalkboard"/>
              </a:defRPr>
            </a:pPr>
            <a:r>
              <a:rPr sz="4050" b="1">
                <a:solidFill>
                  <a:srgbClr val="F5F0DD"/>
                </a:solidFill>
                <a:latin typeface="Chalkboard"/>
                <a:ea typeface="Chalkboard"/>
                <a:cs typeface="Chalkboard"/>
              </a:rPr>
              <a:t>Literary Evidence Logic</a:t>
            </a:r>
          </a:p>
        </p:txBody>
      </p:sp>
      <p:sp>
        <p:nvSpPr>
          <p:cNvPr id="30" name="">
            <a:extLst xmlns:a="http://schemas.openxmlformats.org/drawingml/2006/main">
              <a:ext uri="{FF2B5EF4-FFF2-40B4-BE49-F238E27FC236}">
                <a16:creationId xmlns:a16="http://schemas.microsoft.com/office/drawing/2014/main" id="{53827228-4AC8-4D8A-B14E-E0D7D5487E43}"/>
              </a:ext>
            </a:extLst>
          </p:cNvPr>
          <p:cNvSpPr>
            <a:spLocks xmlns:a="http://schemas.openxmlformats.org/drawingml/2006/main" noGrp="1"/>
          </p:cNvSpPr>
          <p:nvPr/>
        </p:nvSpPr>
        <p:spPr>
          <a:xfrm xmlns:a="http://schemas.openxmlformats.org/drawingml/2006/main">
            <a:off x="704850" y="2176463"/>
            <a:ext cx="9105900" cy="28575"/>
          </a:xfrm>
          <a:prstGeom xmlns:a="http://schemas.openxmlformats.org/drawingml/2006/main" prst="rect">
            <a:avLst/>
          </a:prstGeom>
          <a:solidFill xmlns:a="http://schemas.openxmlformats.org/drawingml/2006/main">
            <a:srgbClr val="F2D46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664825D5-3D62-4B25-8432-948C21D85F9D}"/>
              </a:ext>
            </a:extLst>
          </p:cNvPr>
          <p:cNvSpPr>
            <a:spLocks xmlns:a="http://schemas.openxmlformats.org/drawingml/2006/main" noGrp="1"/>
          </p:cNvSpPr>
          <p:nvPr/>
        </p:nvSpPr>
        <p:spPr>
          <a:xfrm xmlns:a="http://schemas.openxmlformats.org/drawingml/2006/main">
            <a:off x="723900" y="2419350"/>
            <a:ext cx="857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D9DFC8"/>
                </a:solidFill>
                <a:latin typeface="Chalkboard"/>
                <a:ea typeface="Chalkboard"/>
                <a:cs typeface="Chalkboard"/>
              </a:defRPr>
            </a:pPr>
            <a:r>
              <a:rPr sz="1800" b="0">
                <a:solidFill>
                  <a:srgbClr val="D9DFC8"/>
                </a:solidFill>
                <a:latin typeface="Chalkboard"/>
                <a:ea typeface="Chalkboard"/>
                <a:cs typeface="Chalkboard"/>
              </a:rPr>
              <a:t>A quotation must illustrate the interpretation.</a:t>
            </a:r>
          </a:p>
        </p:txBody>
      </p:sp>
      <p:sp>
        <p:nvSpPr>
          <p:cNvPr id="32" name="">
            <a:extLst xmlns:a="http://schemas.openxmlformats.org/drawingml/2006/main">
              <a:ext uri="{FF2B5EF4-FFF2-40B4-BE49-F238E27FC236}">
                <a16:creationId xmlns:a16="http://schemas.microsoft.com/office/drawing/2014/main" id="{71ACA79B-24B1-4C40-904D-294FA72B55D3}"/>
              </a:ext>
            </a:extLst>
          </p:cNvPr>
          <p:cNvSpPr>
            <a:spLocks xmlns:a="http://schemas.openxmlformats.org/drawingml/2006/main" noGrp="1"/>
          </p:cNvSpPr>
          <p:nvPr/>
        </p:nvSpPr>
        <p:spPr>
          <a:xfrm xmlns:a="http://schemas.openxmlformats.org/drawingml/2006/main">
            <a:off x="914400" y="261937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2D46B"/>
                </a:solidFill>
                <a:latin typeface="Chalkboard"/>
                <a:ea typeface="Chalkboard"/>
                <a:cs typeface="Chalkboard"/>
              </a:defRPr>
            </a:pPr>
            <a:r>
              <a:rPr sz="1800" b="1">
                <a:solidFill>
                  <a:srgbClr val="F2D46B"/>
                </a:solidFill>
                <a:latin typeface="Chalkboard"/>
                <a:ea typeface="Chalkboard"/>
                <a:cs typeface="Chalkboard"/>
              </a:rPr>
              <a:t>Claim pattern</a:t>
            </a:r>
          </a:p>
        </p:txBody>
      </p:sp>
      <p:sp>
        <p:nvSpPr>
          <p:cNvPr id="33" name="">
            <a:extLst xmlns:a="http://schemas.openxmlformats.org/drawingml/2006/main">
              <a:ext uri="{FF2B5EF4-FFF2-40B4-BE49-F238E27FC236}">
                <a16:creationId xmlns:a16="http://schemas.microsoft.com/office/drawing/2014/main" id="{A9B76828-F92F-4CC9-9F2F-5BFEB6E12F41}"/>
              </a:ext>
            </a:extLst>
          </p:cNvPr>
          <p:cNvSpPr>
            <a:spLocks xmlns:a="http://schemas.openxmlformats.org/drawingml/2006/main" noGrp="1"/>
          </p:cNvSpPr>
          <p:nvPr/>
        </p:nvSpPr>
        <p:spPr>
          <a:xfrm xmlns:a="http://schemas.openxmlformats.org/drawingml/2006/main">
            <a:off x="914400" y="3048000"/>
            <a:ext cx="447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F5F0DD"/>
                </a:solidFill>
                <a:latin typeface="Chalkboard"/>
                <a:ea typeface="Chalkboard"/>
                <a:cs typeface="Chalkboard"/>
              </a:defRPr>
            </a:pPr>
            <a:r>
              <a:rPr sz="2250" b="1">
                <a:solidFill>
                  <a:srgbClr val="F5F0DD"/>
                </a:solidFill>
                <a:latin typeface="Chalkboard"/>
                <a:ea typeface="Chalkboard"/>
                <a:cs typeface="Chalkboard"/>
              </a:rPr>
              <a:t>Character has an inflated sense of importance.</a:t>
            </a:r>
          </a:p>
        </p:txBody>
      </p:sp>
      <p:sp>
        <p:nvSpPr>
          <p:cNvPr id="34" name="">
            <a:extLst xmlns:a="http://schemas.openxmlformats.org/drawingml/2006/main">
              <a:ext uri="{FF2B5EF4-FFF2-40B4-BE49-F238E27FC236}">
                <a16:creationId xmlns:a16="http://schemas.microsoft.com/office/drawing/2014/main" id="{3A67A751-FDC0-4C31-BCBF-557B36EBB8E1}"/>
              </a:ext>
            </a:extLst>
          </p:cNvPr>
          <p:cNvSpPr>
            <a:spLocks xmlns:a="http://schemas.openxmlformats.org/drawingml/2006/main" noGrp="1"/>
          </p:cNvSpPr>
          <p:nvPr/>
        </p:nvSpPr>
        <p:spPr>
          <a:xfrm xmlns:a="http://schemas.openxmlformats.org/drawingml/2006/main">
            <a:off x="6858000" y="261937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2D46B"/>
                </a:solidFill>
                <a:latin typeface="Chalkboard"/>
                <a:ea typeface="Chalkboard"/>
                <a:cs typeface="Chalkboard"/>
              </a:defRPr>
            </a:pPr>
            <a:r>
              <a:rPr sz="1800" b="1">
                <a:solidFill>
                  <a:srgbClr val="F2D46B"/>
                </a:solidFill>
                <a:latin typeface="Chalkboard"/>
                <a:ea typeface="Chalkboard"/>
                <a:cs typeface="Chalkboard"/>
              </a:rPr>
              <a:t>Test phrase</a:t>
            </a:r>
          </a:p>
        </p:txBody>
      </p:sp>
      <p:sp>
        <p:nvSpPr>
          <p:cNvPr id="35" name="">
            <a:extLst xmlns:a="http://schemas.openxmlformats.org/drawingml/2006/main">
              <a:ext uri="{FF2B5EF4-FFF2-40B4-BE49-F238E27FC236}">
                <a16:creationId xmlns:a16="http://schemas.microsoft.com/office/drawing/2014/main" id="{29292933-1A54-4118-8A8A-4C3A30D5230B}"/>
              </a:ext>
            </a:extLst>
          </p:cNvPr>
          <p:cNvSpPr>
            <a:spLocks xmlns:a="http://schemas.openxmlformats.org/drawingml/2006/main" noGrp="1"/>
          </p:cNvSpPr>
          <p:nvPr/>
        </p:nvSpPr>
        <p:spPr>
          <a:xfrm xmlns:a="http://schemas.openxmlformats.org/drawingml/2006/main">
            <a:off x="6858000" y="3048000"/>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F5F0DD"/>
                </a:solidFill>
                <a:latin typeface="Chalkboard"/>
                <a:ea typeface="Chalkboard"/>
                <a:cs typeface="Chalkboard"/>
              </a:defRPr>
            </a:pPr>
            <a:r>
              <a:rPr sz="2250" b="1">
                <a:solidFill>
                  <a:srgbClr val="F5F0DD"/>
                </a:solidFill>
                <a:latin typeface="Chalkboard"/>
                <a:ea typeface="Chalkboard"/>
                <a:cs typeface="Chalkboard"/>
              </a:rPr>
              <a:t>Acts as if he is grand or triumphant.</a:t>
            </a:r>
          </a:p>
        </p:txBody>
      </p:sp>
      <p:sp>
        <p:nvSpPr>
          <p:cNvPr id="36" name="">
            <a:extLst xmlns:a="http://schemas.openxmlformats.org/drawingml/2006/main">
              <a:ext uri="{FF2B5EF4-FFF2-40B4-BE49-F238E27FC236}">
                <a16:creationId xmlns:a16="http://schemas.microsoft.com/office/drawing/2014/main" id="{29588B49-4CEC-4697-974F-CAAECEDF369C}"/>
              </a:ext>
            </a:extLst>
          </p:cNvPr>
          <p:cNvSpPr>
            <a:spLocks xmlns:a="http://schemas.openxmlformats.org/drawingml/2006/main" noGrp="1"/>
          </p:cNvSpPr>
          <p:nvPr/>
        </p:nvSpPr>
        <p:spPr>
          <a:xfrm xmlns:a="http://schemas.openxmlformats.org/drawingml/2006/main">
            <a:off x="5619750" y="3267075"/>
            <a:ext cx="952500" cy="38100"/>
          </a:xfrm>
          <a:prstGeom xmlns:a="http://schemas.openxmlformats.org/drawingml/2006/main" prst="rect">
            <a:avLst/>
          </a:prstGeom>
          <a:solidFill xmlns:a="http://schemas.openxmlformats.org/drawingml/2006/main">
            <a:srgbClr val="F2D46B"/>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34C07F7B-F8AF-4FB9-A205-BA92F299A105}"/>
              </a:ext>
            </a:extLst>
          </p:cNvPr>
          <p:cNvSpPr>
            <a:spLocks xmlns:a="http://schemas.openxmlformats.org/drawingml/2006/main" noGrp="1"/>
          </p:cNvSpPr>
          <p:nvPr/>
        </p:nvSpPr>
        <p:spPr>
          <a:xfrm xmlns:a="http://schemas.openxmlformats.org/drawingml/2006/main">
            <a:off x="1790700" y="4714875"/>
            <a:ext cx="8382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00" b="0">
                <a:solidFill>
                  <a:srgbClr val="D9DFC8"/>
                </a:solidFill>
                <a:latin typeface="Chalkboard"/>
                <a:ea typeface="Chalkboard"/>
                <a:cs typeface="Chalkboard"/>
              </a:defRPr>
            </a:pPr>
            <a:r>
              <a:rPr sz="1800" b="0">
                <a:solidFill>
                  <a:srgbClr val="D9DFC8"/>
                </a:solidFill>
                <a:latin typeface="Chalkboard"/>
                <a:ea typeface="Chalkboard"/>
                <a:cs typeface="Chalkboard"/>
              </a:rPr>
              <a:t>Best evidence should show attitude or behavior, not merely clothing, weather, or setting.</a:t>
            </a:r>
          </a:p>
        </p:txBody>
      </p:sp>
      <p:sp>
        <p:nvSpPr>
          <p:cNvPr id="38" name="">
            <a:extLst xmlns:a="http://schemas.openxmlformats.org/drawingml/2006/main">
              <a:ext uri="{FF2B5EF4-FFF2-40B4-BE49-F238E27FC236}">
                <a16:creationId xmlns:a16="http://schemas.microsoft.com/office/drawing/2014/main" id="{87C69342-FBA2-47ED-B7BA-E2E94344C3B0}"/>
              </a:ext>
            </a:extLst>
          </p:cNvPr>
          <p:cNvSpPr>
            <a:spLocks xmlns:a="http://schemas.openxmlformats.org/drawingml/2006/main" noGrp="1"/>
          </p:cNvSpPr>
          <p:nvPr/>
        </p:nvSpPr>
        <p:spPr>
          <a:xfrm xmlns:a="http://schemas.openxmlformats.org/drawingml/2006/main">
            <a:off x="552450" y="6286500"/>
            <a:ext cx="838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0">
                <a:solidFill>
                  <a:srgbClr val="B8C7B4"/>
                </a:solidFill>
                <a:latin typeface="Chalkboard"/>
                <a:ea typeface="Chalkboard"/>
                <a:cs typeface="Chalkboard"/>
              </a:defRPr>
            </a:pPr>
            <a:r>
              <a:rPr sz="825" b="0">
                <a:solidFill>
                  <a:srgbClr val="B8C7B4"/>
                </a:solidFill>
                <a:latin typeface="Chalkboard"/>
                <a:ea typeface="Chalkboard"/>
                <a:cs typeface="Chalkboard"/>
              </a:rPr>
              <a:t>Adapted as a classroom summary from Khan Academy SAT Reading and Writing: Command of Evidence: Textual.</a:t>
            </a:r>
          </a:p>
        </p:txBody>
      </p:sp>
    </p:spTree>
    <p:extLst>
      <p:ext uri="{BB962C8B-B14F-4D97-AF65-F5344CB8AC3E}">
        <p14:creationId xmlns:p14="http://schemas.microsoft.com/office/powerpoint/2010/main" val="78773247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0989F11-2730-4DE3-8A71-BB95753A940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83B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20B782D-45B9-4269-A3F7-765198196B1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000">
              <a:alpha val="0"/>
            </a:srgbClr>
          </a:solidFill>
          <a:ln xmlns:a="http://schemas.openxmlformats.org/drawingml/2006/main" w="57150">
            <a:solidFill>
              <a:srgbClr val="0A1712"/>
            </a:solidFill>
            <a:prstDash val="solid"/>
          </a:ln>
        </p:spPr>
      </p:sp>
      <p:sp>
        <p:nvSpPr>
          <p:cNvPr id="3" name="">
            <a:extLst xmlns:a="http://schemas.openxmlformats.org/drawingml/2006/main">
              <a:ext uri="{FF2B5EF4-FFF2-40B4-BE49-F238E27FC236}">
                <a16:creationId xmlns:a16="http://schemas.microsoft.com/office/drawing/2014/main" id="{A835F734-A672-4BF2-9BBB-1E1887E5BA92}"/>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A60AE21-1B94-4210-9A93-CBBC1DB82792}"/>
              </a:ext>
            </a:extLst>
          </p:cNvPr>
          <p:cNvSpPr>
            <a:spLocks xmlns:a="http://schemas.openxmlformats.org/drawingml/2006/main" noGrp="1"/>
          </p:cNvSpPr>
          <p:nvPr/>
        </p:nvSpPr>
        <p:spPr>
          <a:xfrm xmlns:a="http://schemas.openxmlformats.org/drawingml/2006/main">
            <a:off x="0" y="6629400"/>
            <a:ext cx="12192000" cy="22860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AF38B46-AD51-462D-BE19-86F96B8573BE}"/>
              </a:ext>
            </a:extLst>
          </p:cNvPr>
          <p:cNvSpPr>
            <a:spLocks xmlns:a="http://schemas.openxmlformats.org/drawingml/2006/main" noGrp="1"/>
          </p:cNvSpPr>
          <p:nvPr/>
        </p:nvSpPr>
        <p:spPr>
          <a:xfrm xmlns:a="http://schemas.openxmlformats.org/drawingml/2006/main">
            <a:off x="552450" y="5524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272909A-3D3F-4B9A-9ED6-F6C37256BFCD}"/>
              </a:ext>
            </a:extLst>
          </p:cNvPr>
          <p:cNvSpPr>
            <a:spLocks xmlns:a="http://schemas.openxmlformats.org/drawingml/2006/main" noGrp="1"/>
          </p:cNvSpPr>
          <p:nvPr/>
        </p:nvSpPr>
        <p:spPr>
          <a:xfrm xmlns:a="http://schemas.openxmlformats.org/drawingml/2006/main">
            <a:off x="2200275" y="14763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DC483E9-3ECE-4FFC-9AAF-93192F09264B}"/>
              </a:ext>
            </a:extLst>
          </p:cNvPr>
          <p:cNvSpPr>
            <a:spLocks xmlns:a="http://schemas.openxmlformats.org/drawingml/2006/main" noGrp="1"/>
          </p:cNvSpPr>
          <p:nvPr/>
        </p:nvSpPr>
        <p:spPr>
          <a:xfrm xmlns:a="http://schemas.openxmlformats.org/drawingml/2006/main">
            <a:off x="3848100" y="240030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067DA92-EE25-4A5D-9800-B1047DE03391}"/>
              </a:ext>
            </a:extLst>
          </p:cNvPr>
          <p:cNvSpPr>
            <a:spLocks xmlns:a="http://schemas.openxmlformats.org/drawingml/2006/main" noGrp="1"/>
          </p:cNvSpPr>
          <p:nvPr/>
        </p:nvSpPr>
        <p:spPr>
          <a:xfrm xmlns:a="http://schemas.openxmlformats.org/drawingml/2006/main">
            <a:off x="5495925" y="332422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4FCC409-045D-4407-88E2-94F897005429}"/>
              </a:ext>
            </a:extLst>
          </p:cNvPr>
          <p:cNvSpPr>
            <a:spLocks xmlns:a="http://schemas.openxmlformats.org/drawingml/2006/main" noGrp="1"/>
          </p:cNvSpPr>
          <p:nvPr/>
        </p:nvSpPr>
        <p:spPr>
          <a:xfrm xmlns:a="http://schemas.openxmlformats.org/drawingml/2006/main">
            <a:off x="7143750" y="424815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AB6B7B3-ABDE-464F-8B2C-E4D99A077A22}"/>
              </a:ext>
            </a:extLst>
          </p:cNvPr>
          <p:cNvSpPr>
            <a:spLocks xmlns:a="http://schemas.openxmlformats.org/drawingml/2006/main" noGrp="1"/>
          </p:cNvSpPr>
          <p:nvPr/>
        </p:nvSpPr>
        <p:spPr>
          <a:xfrm xmlns:a="http://schemas.openxmlformats.org/drawingml/2006/main">
            <a:off x="8791575" y="517207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00CF343-640C-4210-A186-95D49DFCD605}"/>
              </a:ext>
            </a:extLst>
          </p:cNvPr>
          <p:cNvSpPr>
            <a:spLocks xmlns:a="http://schemas.openxmlformats.org/drawingml/2006/main" noGrp="1"/>
          </p:cNvSpPr>
          <p:nvPr/>
        </p:nvSpPr>
        <p:spPr>
          <a:xfrm xmlns:a="http://schemas.openxmlformats.org/drawingml/2006/main">
            <a:off x="10439400" y="68580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187493B-21B0-4BCA-A72C-0215C83C515F}"/>
              </a:ext>
            </a:extLst>
          </p:cNvPr>
          <p:cNvSpPr>
            <a:spLocks xmlns:a="http://schemas.openxmlformats.org/drawingml/2006/main" noGrp="1"/>
          </p:cNvSpPr>
          <p:nvPr/>
        </p:nvSpPr>
        <p:spPr>
          <a:xfrm xmlns:a="http://schemas.openxmlformats.org/drawingml/2006/main">
            <a:off x="1038225" y="160972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15369F4-CCE9-489B-B1DF-966A1938DA24}"/>
              </a:ext>
            </a:extLst>
          </p:cNvPr>
          <p:cNvSpPr>
            <a:spLocks xmlns:a="http://schemas.openxmlformats.org/drawingml/2006/main" noGrp="1"/>
          </p:cNvSpPr>
          <p:nvPr/>
        </p:nvSpPr>
        <p:spPr>
          <a:xfrm xmlns:a="http://schemas.openxmlformats.org/drawingml/2006/main">
            <a:off x="2686050" y="253365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89A1C90-0F51-4A8D-A0C0-55B475B876F4}"/>
              </a:ext>
            </a:extLst>
          </p:cNvPr>
          <p:cNvSpPr>
            <a:spLocks xmlns:a="http://schemas.openxmlformats.org/drawingml/2006/main" noGrp="1"/>
          </p:cNvSpPr>
          <p:nvPr/>
        </p:nvSpPr>
        <p:spPr>
          <a:xfrm xmlns:a="http://schemas.openxmlformats.org/drawingml/2006/main">
            <a:off x="4333875" y="345757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93FB0B8-469B-47BF-B6BD-E4FCB341C552}"/>
              </a:ext>
            </a:extLst>
          </p:cNvPr>
          <p:cNvSpPr>
            <a:spLocks xmlns:a="http://schemas.openxmlformats.org/drawingml/2006/main" noGrp="1"/>
          </p:cNvSpPr>
          <p:nvPr/>
        </p:nvSpPr>
        <p:spPr>
          <a:xfrm xmlns:a="http://schemas.openxmlformats.org/drawingml/2006/main">
            <a:off x="5981700" y="438150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7717D73-4C87-4E1D-A0F6-1CD414D20811}"/>
              </a:ext>
            </a:extLst>
          </p:cNvPr>
          <p:cNvSpPr>
            <a:spLocks xmlns:a="http://schemas.openxmlformats.org/drawingml/2006/main" noGrp="1"/>
          </p:cNvSpPr>
          <p:nvPr/>
        </p:nvSpPr>
        <p:spPr>
          <a:xfrm xmlns:a="http://schemas.openxmlformats.org/drawingml/2006/main">
            <a:off x="7629525" y="530542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30A9C65-54BA-4012-B23B-93734F4DC9A0}"/>
              </a:ext>
            </a:extLst>
          </p:cNvPr>
          <p:cNvSpPr>
            <a:spLocks xmlns:a="http://schemas.openxmlformats.org/drawingml/2006/main" noGrp="1"/>
          </p:cNvSpPr>
          <p:nvPr/>
        </p:nvSpPr>
        <p:spPr>
          <a:xfrm xmlns:a="http://schemas.openxmlformats.org/drawingml/2006/main">
            <a:off x="9277350" y="81915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33416B8-ADDD-405D-9637-73153DD0158B}"/>
              </a:ext>
            </a:extLst>
          </p:cNvPr>
          <p:cNvSpPr>
            <a:spLocks xmlns:a="http://schemas.openxmlformats.org/drawingml/2006/main" noGrp="1"/>
          </p:cNvSpPr>
          <p:nvPr/>
        </p:nvSpPr>
        <p:spPr>
          <a:xfrm xmlns:a="http://schemas.openxmlformats.org/drawingml/2006/main">
            <a:off x="10925175" y="174307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580D16A-66FA-4B94-8E95-CCD13B82A68B}"/>
              </a:ext>
            </a:extLst>
          </p:cNvPr>
          <p:cNvSpPr>
            <a:spLocks xmlns:a="http://schemas.openxmlformats.org/drawingml/2006/main" noGrp="1"/>
          </p:cNvSpPr>
          <p:nvPr/>
        </p:nvSpPr>
        <p:spPr>
          <a:xfrm xmlns:a="http://schemas.openxmlformats.org/drawingml/2006/main">
            <a:off x="1524000" y="266700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4599002-D8C9-4CB8-A1BA-0D41C4A3558F}"/>
              </a:ext>
            </a:extLst>
          </p:cNvPr>
          <p:cNvSpPr>
            <a:spLocks xmlns:a="http://schemas.openxmlformats.org/drawingml/2006/main" noGrp="1"/>
          </p:cNvSpPr>
          <p:nvPr/>
        </p:nvSpPr>
        <p:spPr>
          <a:xfrm xmlns:a="http://schemas.openxmlformats.org/drawingml/2006/main">
            <a:off x="3171825" y="359092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891F177-AFA5-4DA6-92AA-A1CD6255F4AE}"/>
              </a:ext>
            </a:extLst>
          </p:cNvPr>
          <p:cNvSpPr>
            <a:spLocks xmlns:a="http://schemas.openxmlformats.org/drawingml/2006/main" noGrp="1"/>
          </p:cNvSpPr>
          <p:nvPr/>
        </p:nvSpPr>
        <p:spPr>
          <a:xfrm xmlns:a="http://schemas.openxmlformats.org/drawingml/2006/main">
            <a:off x="4819650" y="451485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8F1C907-65C8-4D7C-93C8-4E0E5B3E86D5}"/>
              </a:ext>
            </a:extLst>
          </p:cNvPr>
          <p:cNvSpPr>
            <a:spLocks xmlns:a="http://schemas.openxmlformats.org/drawingml/2006/main" noGrp="1"/>
          </p:cNvSpPr>
          <p:nvPr/>
        </p:nvSpPr>
        <p:spPr>
          <a:xfrm xmlns:a="http://schemas.openxmlformats.org/drawingml/2006/main">
            <a:off x="6467475" y="543877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324E6CF-D6C5-425F-B042-D114C37D7326}"/>
              </a:ext>
            </a:extLst>
          </p:cNvPr>
          <p:cNvSpPr>
            <a:spLocks xmlns:a="http://schemas.openxmlformats.org/drawingml/2006/main" noGrp="1"/>
          </p:cNvSpPr>
          <p:nvPr/>
        </p:nvSpPr>
        <p:spPr>
          <a:xfrm xmlns:a="http://schemas.openxmlformats.org/drawingml/2006/main">
            <a:off x="8115300" y="95250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C8B8369-B609-4FA6-8B1F-4D9C0F70B2D7}"/>
              </a:ext>
            </a:extLst>
          </p:cNvPr>
          <p:cNvSpPr>
            <a:spLocks xmlns:a="http://schemas.openxmlformats.org/drawingml/2006/main" noGrp="1"/>
          </p:cNvSpPr>
          <p:nvPr/>
        </p:nvSpPr>
        <p:spPr>
          <a:xfrm xmlns:a="http://schemas.openxmlformats.org/drawingml/2006/main">
            <a:off x="9763125" y="187642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92A61D87-7308-4554-BB85-D24FC8A811C0}"/>
              </a:ext>
            </a:extLst>
          </p:cNvPr>
          <p:cNvSpPr>
            <a:spLocks xmlns:a="http://schemas.openxmlformats.org/drawingml/2006/main" noGrp="1"/>
          </p:cNvSpPr>
          <p:nvPr/>
        </p:nvSpPr>
        <p:spPr>
          <a:xfrm xmlns:a="http://schemas.openxmlformats.org/drawingml/2006/main">
            <a:off x="11410950" y="28003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4825EC9-9951-4F03-9E70-B3BCA7D017B1}"/>
              </a:ext>
            </a:extLst>
          </p:cNvPr>
          <p:cNvSpPr>
            <a:spLocks xmlns:a="http://schemas.openxmlformats.org/drawingml/2006/main" noGrp="1"/>
          </p:cNvSpPr>
          <p:nvPr/>
        </p:nvSpPr>
        <p:spPr>
          <a:xfrm xmlns:a="http://schemas.openxmlformats.org/drawingml/2006/main">
            <a:off x="2009775" y="37242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0651258F-7396-4C14-AB11-C0825D46E517}"/>
              </a:ext>
            </a:extLst>
          </p:cNvPr>
          <p:cNvSpPr>
            <a:spLocks xmlns:a="http://schemas.openxmlformats.org/drawingml/2006/main" noGrp="1"/>
          </p:cNvSpPr>
          <p:nvPr/>
        </p:nvSpPr>
        <p:spPr>
          <a:xfrm xmlns:a="http://schemas.openxmlformats.org/drawingml/2006/main">
            <a:off x="552450" y="4000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D9DFC8"/>
                </a:solidFill>
                <a:latin typeface="Chalkboard"/>
                <a:ea typeface="Chalkboard"/>
                <a:cs typeface="Chalkboard"/>
              </a:defRPr>
            </a:pPr>
            <a:r>
              <a:rPr sz="1125" b="1">
                <a:solidFill>
                  <a:srgbClr val="D9DFC8"/>
                </a:solidFill>
                <a:latin typeface="Chalkboard"/>
                <a:ea typeface="Chalkboard"/>
                <a:cs typeface="Chalkboard"/>
              </a:rPr>
              <a:t>WORKED EXAMPLE: SCIENTIFIC</a:t>
            </a:r>
          </a:p>
        </p:txBody>
      </p:sp>
      <p:sp>
        <p:nvSpPr>
          <p:cNvPr id="28" name="">
            <a:extLst xmlns:a="http://schemas.openxmlformats.org/drawingml/2006/main">
              <a:ext uri="{FF2B5EF4-FFF2-40B4-BE49-F238E27FC236}">
                <a16:creationId xmlns:a16="http://schemas.microsoft.com/office/drawing/2014/main" id="{0A8798E5-0082-4325-8760-38AABFA5EAEE}"/>
              </a:ext>
            </a:extLst>
          </p:cNvPr>
          <p:cNvSpPr>
            <a:spLocks xmlns:a="http://schemas.openxmlformats.org/drawingml/2006/main" noGrp="1"/>
          </p:cNvSpPr>
          <p:nvPr/>
        </p:nvSpPr>
        <p:spPr>
          <a:xfrm xmlns:a="http://schemas.openxmlformats.org/drawingml/2006/main">
            <a:off x="11001375" y="6191250"/>
            <a:ext cx="60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1650" b="1">
                <a:solidFill>
                  <a:srgbClr val="D9DFC8"/>
                </a:solidFill>
                <a:latin typeface="Chalkboard"/>
                <a:ea typeface="Chalkboard"/>
                <a:cs typeface="Chalkboard"/>
              </a:defRPr>
            </a:pPr>
            <a:r>
              <a:rPr sz="1650" b="1">
                <a:solidFill>
                  <a:srgbClr val="D9DFC8"/>
                </a:solidFill>
                <a:latin typeface="Chalkboard"/>
                <a:ea typeface="Chalkboard"/>
                <a:cs typeface="Chalkboard"/>
              </a:rPr>
              <a:t>09</a:t>
            </a:r>
          </a:p>
        </p:txBody>
      </p:sp>
      <p:sp>
        <p:nvSpPr>
          <p:cNvPr id="29" name="">
            <a:extLst xmlns:a="http://schemas.openxmlformats.org/drawingml/2006/main">
              <a:ext uri="{FF2B5EF4-FFF2-40B4-BE49-F238E27FC236}">
                <a16:creationId xmlns:a16="http://schemas.microsoft.com/office/drawing/2014/main" id="{A92E7FB8-524E-42F4-BB4B-556617D4D391}"/>
              </a:ext>
            </a:extLst>
          </p:cNvPr>
          <p:cNvSpPr>
            <a:spLocks xmlns:a="http://schemas.openxmlformats.org/drawingml/2006/main" noGrp="1"/>
          </p:cNvSpPr>
          <p:nvPr/>
        </p:nvSpPr>
        <p:spPr>
          <a:xfrm xmlns:a="http://schemas.openxmlformats.org/drawingml/2006/main">
            <a:off x="685800" y="904875"/>
            <a:ext cx="8382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4050" b="1">
                <a:solidFill>
                  <a:srgbClr val="F5F0DD"/>
                </a:solidFill>
                <a:latin typeface="Chalkboard"/>
                <a:ea typeface="Chalkboard"/>
                <a:cs typeface="Chalkboard"/>
              </a:defRPr>
            </a:pPr>
            <a:r>
              <a:rPr sz="4050" b="1">
                <a:solidFill>
                  <a:srgbClr val="F5F0DD"/>
                </a:solidFill>
                <a:latin typeface="Chalkboard"/>
                <a:ea typeface="Chalkboard"/>
                <a:cs typeface="Chalkboard"/>
              </a:rPr>
              <a:t>Scientific Evidence Logic</a:t>
            </a:r>
          </a:p>
        </p:txBody>
      </p:sp>
      <p:sp>
        <p:nvSpPr>
          <p:cNvPr id="30" name="">
            <a:extLst xmlns:a="http://schemas.openxmlformats.org/drawingml/2006/main">
              <a:ext uri="{FF2B5EF4-FFF2-40B4-BE49-F238E27FC236}">
                <a16:creationId xmlns:a16="http://schemas.microsoft.com/office/drawing/2014/main" id="{4718D6BF-A1A6-4F0F-AE48-A36957E40077}"/>
              </a:ext>
            </a:extLst>
          </p:cNvPr>
          <p:cNvSpPr>
            <a:spLocks xmlns:a="http://schemas.openxmlformats.org/drawingml/2006/main" noGrp="1"/>
          </p:cNvSpPr>
          <p:nvPr/>
        </p:nvSpPr>
        <p:spPr>
          <a:xfrm xmlns:a="http://schemas.openxmlformats.org/drawingml/2006/main">
            <a:off x="704850" y="2176463"/>
            <a:ext cx="9105900" cy="28575"/>
          </a:xfrm>
          <a:prstGeom xmlns:a="http://schemas.openxmlformats.org/drawingml/2006/main" prst="rect">
            <a:avLst/>
          </a:prstGeom>
          <a:solidFill xmlns:a="http://schemas.openxmlformats.org/drawingml/2006/main">
            <a:srgbClr val="F2D46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0DF4DA3C-F9F5-40F7-BD73-5697AF517DCC}"/>
              </a:ext>
            </a:extLst>
          </p:cNvPr>
          <p:cNvSpPr>
            <a:spLocks xmlns:a="http://schemas.openxmlformats.org/drawingml/2006/main" noGrp="1"/>
          </p:cNvSpPr>
          <p:nvPr/>
        </p:nvSpPr>
        <p:spPr>
          <a:xfrm xmlns:a="http://schemas.openxmlformats.org/drawingml/2006/main">
            <a:off x="723900" y="2419350"/>
            <a:ext cx="857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D9DFC8"/>
                </a:solidFill>
                <a:latin typeface="Chalkboard"/>
                <a:ea typeface="Chalkboard"/>
                <a:cs typeface="Chalkboard"/>
              </a:defRPr>
            </a:pPr>
            <a:r>
              <a:rPr sz="1800" b="0">
                <a:solidFill>
                  <a:srgbClr val="D9DFC8"/>
                </a:solidFill>
                <a:latin typeface="Chalkboard"/>
                <a:ea typeface="Chalkboard"/>
                <a:cs typeface="Chalkboard"/>
              </a:rPr>
              <a:t>A finding must make the hypothesis more likely.</a:t>
            </a:r>
          </a:p>
        </p:txBody>
      </p:sp>
      <p:sp>
        <p:nvSpPr>
          <p:cNvPr id="32" name="">
            <a:extLst xmlns:a="http://schemas.openxmlformats.org/drawingml/2006/main">
              <a:ext uri="{FF2B5EF4-FFF2-40B4-BE49-F238E27FC236}">
                <a16:creationId xmlns:a16="http://schemas.microsoft.com/office/drawing/2014/main" id="{D37F388A-9E30-4A1E-A697-F2A19E4C1390}"/>
              </a:ext>
            </a:extLst>
          </p:cNvPr>
          <p:cNvSpPr>
            <a:spLocks xmlns:a="http://schemas.openxmlformats.org/drawingml/2006/main" noGrp="1"/>
          </p:cNvSpPr>
          <p:nvPr/>
        </p:nvSpPr>
        <p:spPr>
          <a:xfrm xmlns:a="http://schemas.openxmlformats.org/drawingml/2006/main">
            <a:off x="914400" y="252412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2D46B"/>
                </a:solidFill>
                <a:latin typeface="Chalkboard"/>
                <a:ea typeface="Chalkboard"/>
                <a:cs typeface="Chalkboard"/>
              </a:defRPr>
            </a:pPr>
            <a:r>
              <a:rPr sz="1800" b="1">
                <a:solidFill>
                  <a:srgbClr val="F2D46B"/>
                </a:solidFill>
                <a:latin typeface="Chalkboard"/>
                <a:ea typeface="Chalkboard"/>
                <a:cs typeface="Chalkboard"/>
              </a:rPr>
              <a:t>Hypothesis</a:t>
            </a:r>
          </a:p>
        </p:txBody>
      </p:sp>
      <p:sp>
        <p:nvSpPr>
          <p:cNvPr id="33" name="">
            <a:extLst xmlns:a="http://schemas.openxmlformats.org/drawingml/2006/main">
              <a:ext uri="{FF2B5EF4-FFF2-40B4-BE49-F238E27FC236}">
                <a16:creationId xmlns:a16="http://schemas.microsoft.com/office/drawing/2014/main" id="{157BF12D-2021-4124-8483-EBE159B80F27}"/>
              </a:ext>
            </a:extLst>
          </p:cNvPr>
          <p:cNvSpPr>
            <a:spLocks xmlns:a="http://schemas.openxmlformats.org/drawingml/2006/main" noGrp="1"/>
          </p:cNvSpPr>
          <p:nvPr/>
        </p:nvSpPr>
        <p:spPr>
          <a:xfrm xmlns:a="http://schemas.openxmlformats.org/drawingml/2006/main">
            <a:off x="914400" y="2952750"/>
            <a:ext cx="485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F5F0DD"/>
                </a:solidFill>
                <a:latin typeface="Chalkboard"/>
                <a:ea typeface="Chalkboard"/>
                <a:cs typeface="Chalkboard"/>
              </a:defRPr>
            </a:pPr>
            <a:r>
              <a:rPr sz="2250" b="1">
                <a:solidFill>
                  <a:srgbClr val="F5F0DD"/>
                </a:solidFill>
                <a:latin typeface="Chalkboard"/>
                <a:ea typeface="Chalkboard"/>
                <a:cs typeface="Chalkboard"/>
              </a:rPr>
              <a:t>A feature improves underwater pursuit of quick prey.</a:t>
            </a:r>
          </a:p>
        </p:txBody>
      </p:sp>
      <p:sp>
        <p:nvSpPr>
          <p:cNvPr id="34" name="">
            <a:extLst xmlns:a="http://schemas.openxmlformats.org/drawingml/2006/main">
              <a:ext uri="{FF2B5EF4-FFF2-40B4-BE49-F238E27FC236}">
                <a16:creationId xmlns:a16="http://schemas.microsoft.com/office/drawing/2014/main" id="{A3555584-53FB-4320-941F-323CC2018AB5}"/>
              </a:ext>
            </a:extLst>
          </p:cNvPr>
          <p:cNvSpPr>
            <a:spLocks xmlns:a="http://schemas.openxmlformats.org/drawingml/2006/main" noGrp="1"/>
          </p:cNvSpPr>
          <p:nvPr/>
        </p:nvSpPr>
        <p:spPr>
          <a:xfrm xmlns:a="http://schemas.openxmlformats.org/drawingml/2006/main">
            <a:off x="6858000" y="252412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2D46B"/>
                </a:solidFill>
                <a:latin typeface="Chalkboard"/>
                <a:ea typeface="Chalkboard"/>
                <a:cs typeface="Chalkboard"/>
              </a:defRPr>
            </a:pPr>
            <a:r>
              <a:rPr sz="1800" b="1">
                <a:solidFill>
                  <a:srgbClr val="F2D46B"/>
                </a:solidFill>
                <a:latin typeface="Chalkboard"/>
                <a:ea typeface="Chalkboard"/>
                <a:cs typeface="Chalkboard"/>
              </a:rPr>
              <a:t>Matching finding</a:t>
            </a:r>
          </a:p>
        </p:txBody>
      </p:sp>
      <p:sp>
        <p:nvSpPr>
          <p:cNvPr id="35" name="">
            <a:extLst xmlns:a="http://schemas.openxmlformats.org/drawingml/2006/main">
              <a:ext uri="{FF2B5EF4-FFF2-40B4-BE49-F238E27FC236}">
                <a16:creationId xmlns:a16="http://schemas.microsoft.com/office/drawing/2014/main" id="{1028AA97-9226-4CC6-9BDD-21E2C2DD4453}"/>
              </a:ext>
            </a:extLst>
          </p:cNvPr>
          <p:cNvSpPr>
            <a:spLocks xmlns:a="http://schemas.openxmlformats.org/drawingml/2006/main" noGrp="1"/>
          </p:cNvSpPr>
          <p:nvPr/>
        </p:nvSpPr>
        <p:spPr>
          <a:xfrm xmlns:a="http://schemas.openxmlformats.org/drawingml/2006/main">
            <a:off x="6858000" y="2952750"/>
            <a:ext cx="438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F5F0DD"/>
                </a:solidFill>
                <a:latin typeface="Chalkboard"/>
                <a:ea typeface="Chalkboard"/>
                <a:cs typeface="Chalkboard"/>
              </a:defRPr>
            </a:pPr>
            <a:r>
              <a:rPr sz="2250" b="1">
                <a:solidFill>
                  <a:srgbClr val="F5F0DD"/>
                </a:solidFill>
                <a:latin typeface="Chalkboard"/>
                <a:ea typeface="Chalkboard"/>
                <a:cs typeface="Chalkboard"/>
              </a:rPr>
              <a:t>The model with the feature turns or moves better underwater.</a:t>
            </a:r>
          </a:p>
        </p:txBody>
      </p:sp>
      <p:sp>
        <p:nvSpPr>
          <p:cNvPr id="36" name="">
            <a:extLst xmlns:a="http://schemas.openxmlformats.org/drawingml/2006/main">
              <a:ext uri="{FF2B5EF4-FFF2-40B4-BE49-F238E27FC236}">
                <a16:creationId xmlns:a16="http://schemas.microsoft.com/office/drawing/2014/main" id="{9F7F46FB-268E-46D0-A49B-3DB9269802C9}"/>
              </a:ext>
            </a:extLst>
          </p:cNvPr>
          <p:cNvSpPr>
            <a:spLocks xmlns:a="http://schemas.openxmlformats.org/drawingml/2006/main" noGrp="1"/>
          </p:cNvSpPr>
          <p:nvPr/>
        </p:nvSpPr>
        <p:spPr>
          <a:xfrm xmlns:a="http://schemas.openxmlformats.org/drawingml/2006/main">
            <a:off x="2095500" y="4810125"/>
            <a:ext cx="790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875" b="0">
                <a:solidFill>
                  <a:srgbClr val="D9DFC8"/>
                </a:solidFill>
                <a:latin typeface="Chalkboard"/>
                <a:ea typeface="Chalkboard"/>
                <a:cs typeface="Chalkboard"/>
              </a:defRPr>
            </a:pPr>
            <a:r>
              <a:rPr sz="1875" b="0">
                <a:solidFill>
                  <a:srgbClr val="D9DFC8"/>
                </a:solidFill>
                <a:latin typeface="Chalkboard"/>
                <a:ea typeface="Chalkboard"/>
                <a:cs typeface="Chalkboard"/>
              </a:rPr>
              <a:t>Ignore findings about unrelated measurements unless they connect to the claim.</a:t>
            </a:r>
          </a:p>
        </p:txBody>
      </p:sp>
      <p:sp>
        <p:nvSpPr>
          <p:cNvPr id="37" name="">
            <a:extLst xmlns:a="http://schemas.openxmlformats.org/drawingml/2006/main">
              <a:ext uri="{FF2B5EF4-FFF2-40B4-BE49-F238E27FC236}">
                <a16:creationId xmlns:a16="http://schemas.microsoft.com/office/drawing/2014/main" id="{4F0E84B4-9D1F-4291-89E0-4284757A0571}"/>
              </a:ext>
            </a:extLst>
          </p:cNvPr>
          <p:cNvSpPr>
            <a:spLocks xmlns:a="http://schemas.openxmlformats.org/drawingml/2006/main" noGrp="1"/>
          </p:cNvSpPr>
          <p:nvPr/>
        </p:nvSpPr>
        <p:spPr>
          <a:xfrm xmlns:a="http://schemas.openxmlformats.org/drawingml/2006/main">
            <a:off x="552450" y="6286500"/>
            <a:ext cx="838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0">
                <a:solidFill>
                  <a:srgbClr val="B8C7B4"/>
                </a:solidFill>
                <a:latin typeface="Chalkboard"/>
                <a:ea typeface="Chalkboard"/>
                <a:cs typeface="Chalkboard"/>
              </a:defRPr>
            </a:pPr>
            <a:r>
              <a:rPr sz="825" b="0">
                <a:solidFill>
                  <a:srgbClr val="B8C7B4"/>
                </a:solidFill>
                <a:latin typeface="Chalkboard"/>
                <a:ea typeface="Chalkboard"/>
                <a:cs typeface="Chalkboard"/>
              </a:rPr>
              <a:t>Adapted as a classroom summary from Khan Academy SAT Reading and Writing: Command of Evidence: Textual.</a:t>
            </a:r>
          </a:p>
        </p:txBody>
      </p:sp>
    </p:spTree>
    <p:extLst>
      <p:ext uri="{BB962C8B-B14F-4D97-AF65-F5344CB8AC3E}">
        <p14:creationId xmlns:p14="http://schemas.microsoft.com/office/powerpoint/2010/main" val="188589774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1399A77-F27C-4B32-B1F2-29817E1A0D4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83B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2D05917-A05E-4031-88B0-0105B9BF9FB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000">
              <a:alpha val="0"/>
            </a:srgbClr>
          </a:solidFill>
          <a:ln xmlns:a="http://schemas.openxmlformats.org/drawingml/2006/main" w="57150">
            <a:solidFill>
              <a:srgbClr val="0A1712"/>
            </a:solidFill>
            <a:prstDash val="solid"/>
          </a:ln>
        </p:spPr>
      </p:sp>
      <p:sp>
        <p:nvSpPr>
          <p:cNvPr id="3" name="">
            <a:extLst xmlns:a="http://schemas.openxmlformats.org/drawingml/2006/main">
              <a:ext uri="{FF2B5EF4-FFF2-40B4-BE49-F238E27FC236}">
                <a16:creationId xmlns:a16="http://schemas.microsoft.com/office/drawing/2014/main" id="{2385304F-3D67-4C7C-8041-8B9EF97D4D87}"/>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5A52D6F-0D78-4441-8156-E174A952F9A1}"/>
              </a:ext>
            </a:extLst>
          </p:cNvPr>
          <p:cNvSpPr>
            <a:spLocks xmlns:a="http://schemas.openxmlformats.org/drawingml/2006/main" noGrp="1"/>
          </p:cNvSpPr>
          <p:nvPr/>
        </p:nvSpPr>
        <p:spPr>
          <a:xfrm xmlns:a="http://schemas.openxmlformats.org/drawingml/2006/main">
            <a:off x="0" y="6629400"/>
            <a:ext cx="12192000" cy="22860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231D4F8-A75C-4CA8-A57E-96D094B10239}"/>
              </a:ext>
            </a:extLst>
          </p:cNvPr>
          <p:cNvSpPr>
            <a:spLocks xmlns:a="http://schemas.openxmlformats.org/drawingml/2006/main" noGrp="1"/>
          </p:cNvSpPr>
          <p:nvPr/>
        </p:nvSpPr>
        <p:spPr>
          <a:xfrm xmlns:a="http://schemas.openxmlformats.org/drawingml/2006/main">
            <a:off x="552450" y="5524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303FEE9-9EA9-482E-841A-DAB2719C66D6}"/>
              </a:ext>
            </a:extLst>
          </p:cNvPr>
          <p:cNvSpPr>
            <a:spLocks xmlns:a="http://schemas.openxmlformats.org/drawingml/2006/main" noGrp="1"/>
          </p:cNvSpPr>
          <p:nvPr/>
        </p:nvSpPr>
        <p:spPr>
          <a:xfrm xmlns:a="http://schemas.openxmlformats.org/drawingml/2006/main">
            <a:off x="2200275" y="14763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9E45681-F6FD-4F8F-803D-3547DFEE7B8F}"/>
              </a:ext>
            </a:extLst>
          </p:cNvPr>
          <p:cNvSpPr>
            <a:spLocks xmlns:a="http://schemas.openxmlformats.org/drawingml/2006/main" noGrp="1"/>
          </p:cNvSpPr>
          <p:nvPr/>
        </p:nvSpPr>
        <p:spPr>
          <a:xfrm xmlns:a="http://schemas.openxmlformats.org/drawingml/2006/main">
            <a:off x="3848100" y="240030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51380E3-C7F2-44CB-B409-7A5D3C3EE334}"/>
              </a:ext>
            </a:extLst>
          </p:cNvPr>
          <p:cNvSpPr>
            <a:spLocks xmlns:a="http://schemas.openxmlformats.org/drawingml/2006/main" noGrp="1"/>
          </p:cNvSpPr>
          <p:nvPr/>
        </p:nvSpPr>
        <p:spPr>
          <a:xfrm xmlns:a="http://schemas.openxmlformats.org/drawingml/2006/main">
            <a:off x="5495925" y="332422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1EBD158-A72A-4C8D-BBA7-92DB4DAAB7EF}"/>
              </a:ext>
            </a:extLst>
          </p:cNvPr>
          <p:cNvSpPr>
            <a:spLocks xmlns:a="http://schemas.openxmlformats.org/drawingml/2006/main" noGrp="1"/>
          </p:cNvSpPr>
          <p:nvPr/>
        </p:nvSpPr>
        <p:spPr>
          <a:xfrm xmlns:a="http://schemas.openxmlformats.org/drawingml/2006/main">
            <a:off x="7143750" y="424815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025F17D-1CBB-49BB-9DC6-21EF11FA340F}"/>
              </a:ext>
            </a:extLst>
          </p:cNvPr>
          <p:cNvSpPr>
            <a:spLocks xmlns:a="http://schemas.openxmlformats.org/drawingml/2006/main" noGrp="1"/>
          </p:cNvSpPr>
          <p:nvPr/>
        </p:nvSpPr>
        <p:spPr>
          <a:xfrm xmlns:a="http://schemas.openxmlformats.org/drawingml/2006/main">
            <a:off x="8791575" y="517207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3A9693D-54E7-478E-864A-5B706ABEC9B6}"/>
              </a:ext>
            </a:extLst>
          </p:cNvPr>
          <p:cNvSpPr>
            <a:spLocks xmlns:a="http://schemas.openxmlformats.org/drawingml/2006/main" noGrp="1"/>
          </p:cNvSpPr>
          <p:nvPr/>
        </p:nvSpPr>
        <p:spPr>
          <a:xfrm xmlns:a="http://schemas.openxmlformats.org/drawingml/2006/main">
            <a:off x="10439400" y="68580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2574EF7-BE43-4328-8C7A-363D65142760}"/>
              </a:ext>
            </a:extLst>
          </p:cNvPr>
          <p:cNvSpPr>
            <a:spLocks xmlns:a="http://schemas.openxmlformats.org/drawingml/2006/main" noGrp="1"/>
          </p:cNvSpPr>
          <p:nvPr/>
        </p:nvSpPr>
        <p:spPr>
          <a:xfrm xmlns:a="http://schemas.openxmlformats.org/drawingml/2006/main">
            <a:off x="1038225" y="160972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57AE30D-3240-4ED6-BF29-6718F406C853}"/>
              </a:ext>
            </a:extLst>
          </p:cNvPr>
          <p:cNvSpPr>
            <a:spLocks xmlns:a="http://schemas.openxmlformats.org/drawingml/2006/main" noGrp="1"/>
          </p:cNvSpPr>
          <p:nvPr/>
        </p:nvSpPr>
        <p:spPr>
          <a:xfrm xmlns:a="http://schemas.openxmlformats.org/drawingml/2006/main">
            <a:off x="2686050" y="253365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CB012F4-81EC-4081-A646-49DE77FEAC88}"/>
              </a:ext>
            </a:extLst>
          </p:cNvPr>
          <p:cNvSpPr>
            <a:spLocks xmlns:a="http://schemas.openxmlformats.org/drawingml/2006/main" noGrp="1"/>
          </p:cNvSpPr>
          <p:nvPr/>
        </p:nvSpPr>
        <p:spPr>
          <a:xfrm xmlns:a="http://schemas.openxmlformats.org/drawingml/2006/main">
            <a:off x="4333875" y="345757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08AC99B-E8EF-4DE0-822A-E69E320B9719}"/>
              </a:ext>
            </a:extLst>
          </p:cNvPr>
          <p:cNvSpPr>
            <a:spLocks xmlns:a="http://schemas.openxmlformats.org/drawingml/2006/main" noGrp="1"/>
          </p:cNvSpPr>
          <p:nvPr/>
        </p:nvSpPr>
        <p:spPr>
          <a:xfrm xmlns:a="http://schemas.openxmlformats.org/drawingml/2006/main">
            <a:off x="5981700" y="438150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7E6E654-4D24-4908-BB30-7E30AA0E70D9}"/>
              </a:ext>
            </a:extLst>
          </p:cNvPr>
          <p:cNvSpPr>
            <a:spLocks xmlns:a="http://schemas.openxmlformats.org/drawingml/2006/main" noGrp="1"/>
          </p:cNvSpPr>
          <p:nvPr/>
        </p:nvSpPr>
        <p:spPr>
          <a:xfrm xmlns:a="http://schemas.openxmlformats.org/drawingml/2006/main">
            <a:off x="7629525" y="530542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67830CF-EAC9-4B27-89DF-DA3BE845D929}"/>
              </a:ext>
            </a:extLst>
          </p:cNvPr>
          <p:cNvSpPr>
            <a:spLocks xmlns:a="http://schemas.openxmlformats.org/drawingml/2006/main" noGrp="1"/>
          </p:cNvSpPr>
          <p:nvPr/>
        </p:nvSpPr>
        <p:spPr>
          <a:xfrm xmlns:a="http://schemas.openxmlformats.org/drawingml/2006/main">
            <a:off x="9277350" y="81915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2C0AE9A-17A5-466E-A5A7-091008588958}"/>
              </a:ext>
            </a:extLst>
          </p:cNvPr>
          <p:cNvSpPr>
            <a:spLocks xmlns:a="http://schemas.openxmlformats.org/drawingml/2006/main" noGrp="1"/>
          </p:cNvSpPr>
          <p:nvPr/>
        </p:nvSpPr>
        <p:spPr>
          <a:xfrm xmlns:a="http://schemas.openxmlformats.org/drawingml/2006/main">
            <a:off x="10925175" y="174307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BB2734C-BA59-4158-87C6-703500D8B001}"/>
              </a:ext>
            </a:extLst>
          </p:cNvPr>
          <p:cNvSpPr>
            <a:spLocks xmlns:a="http://schemas.openxmlformats.org/drawingml/2006/main" noGrp="1"/>
          </p:cNvSpPr>
          <p:nvPr/>
        </p:nvSpPr>
        <p:spPr>
          <a:xfrm xmlns:a="http://schemas.openxmlformats.org/drawingml/2006/main">
            <a:off x="1524000" y="266700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62ED5BD-593F-4A10-BC3D-F7519BF3B249}"/>
              </a:ext>
            </a:extLst>
          </p:cNvPr>
          <p:cNvSpPr>
            <a:spLocks xmlns:a="http://schemas.openxmlformats.org/drawingml/2006/main" noGrp="1"/>
          </p:cNvSpPr>
          <p:nvPr/>
        </p:nvSpPr>
        <p:spPr>
          <a:xfrm xmlns:a="http://schemas.openxmlformats.org/drawingml/2006/main">
            <a:off x="3171825" y="359092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14EEA63-9B8D-4249-AF55-B3EEEF153533}"/>
              </a:ext>
            </a:extLst>
          </p:cNvPr>
          <p:cNvSpPr>
            <a:spLocks xmlns:a="http://schemas.openxmlformats.org/drawingml/2006/main" noGrp="1"/>
          </p:cNvSpPr>
          <p:nvPr/>
        </p:nvSpPr>
        <p:spPr>
          <a:xfrm xmlns:a="http://schemas.openxmlformats.org/drawingml/2006/main">
            <a:off x="4819650" y="451485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9DDFEED-2DE1-40CA-902D-715702781645}"/>
              </a:ext>
            </a:extLst>
          </p:cNvPr>
          <p:cNvSpPr>
            <a:spLocks xmlns:a="http://schemas.openxmlformats.org/drawingml/2006/main" noGrp="1"/>
          </p:cNvSpPr>
          <p:nvPr/>
        </p:nvSpPr>
        <p:spPr>
          <a:xfrm xmlns:a="http://schemas.openxmlformats.org/drawingml/2006/main">
            <a:off x="6467475" y="543877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29C527F-3FCF-4622-A068-0FFF6BF67A81}"/>
              </a:ext>
            </a:extLst>
          </p:cNvPr>
          <p:cNvSpPr>
            <a:spLocks xmlns:a="http://schemas.openxmlformats.org/drawingml/2006/main" noGrp="1"/>
          </p:cNvSpPr>
          <p:nvPr/>
        </p:nvSpPr>
        <p:spPr>
          <a:xfrm xmlns:a="http://schemas.openxmlformats.org/drawingml/2006/main">
            <a:off x="8115300" y="95250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9917B9C-243B-41F6-957C-30C211F9B08E}"/>
              </a:ext>
            </a:extLst>
          </p:cNvPr>
          <p:cNvSpPr>
            <a:spLocks xmlns:a="http://schemas.openxmlformats.org/drawingml/2006/main" noGrp="1"/>
          </p:cNvSpPr>
          <p:nvPr/>
        </p:nvSpPr>
        <p:spPr>
          <a:xfrm xmlns:a="http://schemas.openxmlformats.org/drawingml/2006/main">
            <a:off x="9763125" y="187642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A95C8C8F-0CB6-4F9D-919C-4FF5B4F1D504}"/>
              </a:ext>
            </a:extLst>
          </p:cNvPr>
          <p:cNvSpPr>
            <a:spLocks xmlns:a="http://schemas.openxmlformats.org/drawingml/2006/main" noGrp="1"/>
          </p:cNvSpPr>
          <p:nvPr/>
        </p:nvSpPr>
        <p:spPr>
          <a:xfrm xmlns:a="http://schemas.openxmlformats.org/drawingml/2006/main">
            <a:off x="11410950" y="28003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D739649-8222-4A39-9F23-88AFAC34C2C4}"/>
              </a:ext>
            </a:extLst>
          </p:cNvPr>
          <p:cNvSpPr>
            <a:spLocks xmlns:a="http://schemas.openxmlformats.org/drawingml/2006/main" noGrp="1"/>
          </p:cNvSpPr>
          <p:nvPr/>
        </p:nvSpPr>
        <p:spPr>
          <a:xfrm xmlns:a="http://schemas.openxmlformats.org/drawingml/2006/main">
            <a:off x="2009775" y="37242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18F6120-CC82-414F-8F65-22553E7A98E6}"/>
              </a:ext>
            </a:extLst>
          </p:cNvPr>
          <p:cNvSpPr>
            <a:spLocks xmlns:a="http://schemas.openxmlformats.org/drawingml/2006/main" noGrp="1"/>
          </p:cNvSpPr>
          <p:nvPr/>
        </p:nvSpPr>
        <p:spPr>
          <a:xfrm xmlns:a="http://schemas.openxmlformats.org/drawingml/2006/main">
            <a:off x="552450" y="4000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D9DFC8"/>
                </a:solidFill>
                <a:latin typeface="Chalkboard"/>
                <a:ea typeface="Chalkboard"/>
                <a:cs typeface="Chalkboard"/>
              </a:defRPr>
            </a:pPr>
            <a:r>
              <a:rPr sz="1125" b="1">
                <a:solidFill>
                  <a:srgbClr val="D9DFC8"/>
                </a:solidFill>
                <a:latin typeface="Chalkboard"/>
                <a:ea typeface="Chalkboard"/>
                <a:cs typeface="Chalkboard"/>
              </a:rPr>
              <a:t>TOP TIPS</a:t>
            </a:r>
          </a:p>
        </p:txBody>
      </p:sp>
      <p:sp>
        <p:nvSpPr>
          <p:cNvPr id="28" name="">
            <a:extLst xmlns:a="http://schemas.openxmlformats.org/drawingml/2006/main">
              <a:ext uri="{FF2B5EF4-FFF2-40B4-BE49-F238E27FC236}">
                <a16:creationId xmlns:a16="http://schemas.microsoft.com/office/drawing/2014/main" id="{33C3EF64-B61C-4C3C-80C9-3A7FAC757278}"/>
              </a:ext>
            </a:extLst>
          </p:cNvPr>
          <p:cNvSpPr>
            <a:spLocks xmlns:a="http://schemas.openxmlformats.org/drawingml/2006/main" noGrp="1"/>
          </p:cNvSpPr>
          <p:nvPr/>
        </p:nvSpPr>
        <p:spPr>
          <a:xfrm xmlns:a="http://schemas.openxmlformats.org/drawingml/2006/main">
            <a:off x="11001375" y="6191250"/>
            <a:ext cx="60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1650" b="1">
                <a:solidFill>
                  <a:srgbClr val="D9DFC8"/>
                </a:solidFill>
                <a:latin typeface="Chalkboard"/>
                <a:ea typeface="Chalkboard"/>
                <a:cs typeface="Chalkboard"/>
              </a:defRPr>
            </a:pPr>
            <a:r>
              <a:rPr sz="1650" b="1">
                <a:solidFill>
                  <a:srgbClr val="D9DFC8"/>
                </a:solidFill>
                <a:latin typeface="Chalkboard"/>
                <a:ea typeface="Chalkboard"/>
                <a:cs typeface="Chalkboard"/>
              </a:rPr>
              <a:t>10</a:t>
            </a:r>
          </a:p>
        </p:txBody>
      </p:sp>
      <p:sp>
        <p:nvSpPr>
          <p:cNvPr id="29" name="">
            <a:extLst xmlns:a="http://schemas.openxmlformats.org/drawingml/2006/main">
              <a:ext uri="{FF2B5EF4-FFF2-40B4-BE49-F238E27FC236}">
                <a16:creationId xmlns:a16="http://schemas.microsoft.com/office/drawing/2014/main" id="{F2F9FA11-4596-4308-A8BD-06DC910BB761}"/>
              </a:ext>
            </a:extLst>
          </p:cNvPr>
          <p:cNvSpPr>
            <a:spLocks xmlns:a="http://schemas.openxmlformats.org/drawingml/2006/main" noGrp="1"/>
          </p:cNvSpPr>
          <p:nvPr/>
        </p:nvSpPr>
        <p:spPr>
          <a:xfrm xmlns:a="http://schemas.openxmlformats.org/drawingml/2006/main">
            <a:off x="685800" y="904875"/>
            <a:ext cx="8382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4050" b="1">
                <a:solidFill>
                  <a:srgbClr val="F5F0DD"/>
                </a:solidFill>
                <a:latin typeface="Chalkboard"/>
                <a:ea typeface="Chalkboard"/>
                <a:cs typeface="Chalkboard"/>
              </a:defRPr>
            </a:pPr>
            <a:r>
              <a:rPr sz="4050" b="1">
                <a:solidFill>
                  <a:srgbClr val="F5F0DD"/>
                </a:solidFill>
                <a:latin typeface="Chalkboard"/>
                <a:ea typeface="Chalkboard"/>
                <a:cs typeface="Chalkboard"/>
              </a:rPr>
              <a:t>Useful Habits From the Lesson</a:t>
            </a:r>
          </a:p>
        </p:txBody>
      </p:sp>
      <p:sp>
        <p:nvSpPr>
          <p:cNvPr id="30" name="">
            <a:extLst xmlns:a="http://schemas.openxmlformats.org/drawingml/2006/main">
              <a:ext uri="{FF2B5EF4-FFF2-40B4-BE49-F238E27FC236}">
                <a16:creationId xmlns:a16="http://schemas.microsoft.com/office/drawing/2014/main" id="{9C137045-22D1-4685-B147-8BE769E0F279}"/>
              </a:ext>
            </a:extLst>
          </p:cNvPr>
          <p:cNvSpPr>
            <a:spLocks xmlns:a="http://schemas.openxmlformats.org/drawingml/2006/main" noGrp="1"/>
          </p:cNvSpPr>
          <p:nvPr/>
        </p:nvSpPr>
        <p:spPr>
          <a:xfrm xmlns:a="http://schemas.openxmlformats.org/drawingml/2006/main">
            <a:off x="704850" y="2176463"/>
            <a:ext cx="9105900" cy="28575"/>
          </a:xfrm>
          <a:prstGeom xmlns:a="http://schemas.openxmlformats.org/drawingml/2006/main" prst="rect">
            <a:avLst/>
          </a:prstGeom>
          <a:solidFill xmlns:a="http://schemas.openxmlformats.org/drawingml/2006/main">
            <a:srgbClr val="F2D46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3092B322-A0B3-44A1-9C54-9DE950BEA95C}"/>
              </a:ext>
            </a:extLst>
          </p:cNvPr>
          <p:cNvSpPr>
            <a:spLocks xmlns:a="http://schemas.openxmlformats.org/drawingml/2006/main" noGrp="1"/>
          </p:cNvSpPr>
          <p:nvPr/>
        </p:nvSpPr>
        <p:spPr>
          <a:xfrm xmlns:a="http://schemas.openxmlformats.org/drawingml/2006/main">
            <a:off x="723900" y="2419350"/>
            <a:ext cx="857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D9DFC8"/>
                </a:solidFill>
                <a:latin typeface="Chalkboard"/>
                <a:ea typeface="Chalkboard"/>
                <a:cs typeface="Chalkboard"/>
              </a:defRPr>
            </a:pPr>
            <a:r>
              <a:rPr sz="1800" b="0">
                <a:solidFill>
                  <a:srgbClr val="D9DFC8"/>
                </a:solidFill>
                <a:latin typeface="Chalkboard"/>
                <a:ea typeface="Chalkboard"/>
                <a:cs typeface="Chalkboard"/>
              </a:rPr>
              <a:t>These are secondary strategies; the main method still comes first.</a:t>
            </a:r>
          </a:p>
        </p:txBody>
      </p:sp>
      <p:sp>
        <p:nvSpPr>
          <p:cNvPr id="32" name="">
            <a:extLst xmlns:a="http://schemas.openxmlformats.org/drawingml/2006/main">
              <a:ext uri="{FF2B5EF4-FFF2-40B4-BE49-F238E27FC236}">
                <a16:creationId xmlns:a16="http://schemas.microsoft.com/office/drawing/2014/main" id="{C4855651-E881-4671-8D41-49C549B8C7ED}"/>
              </a:ext>
            </a:extLst>
          </p:cNvPr>
          <p:cNvSpPr>
            <a:spLocks xmlns:a="http://schemas.openxmlformats.org/drawingml/2006/main" noGrp="1"/>
          </p:cNvSpPr>
          <p:nvPr/>
        </p:nvSpPr>
        <p:spPr>
          <a:xfrm xmlns:a="http://schemas.openxmlformats.org/drawingml/2006/main">
            <a:off x="952500" y="2886075"/>
            <a:ext cx="20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F29B91"/>
                </a:solidFill>
                <a:latin typeface="Chalkboard"/>
                <a:ea typeface="Chalkboard"/>
                <a:cs typeface="Chalkboard"/>
              </a:defRPr>
            </a:pPr>
            <a:r>
              <a:rPr sz="2175" b="1">
                <a:solidFill>
                  <a:srgbClr val="F29B91"/>
                </a:solidFill>
                <a:latin typeface="Chalkboard"/>
                <a:ea typeface="Chalkboard"/>
                <a:cs typeface="Chalkboard"/>
              </a:rPr>
              <a:t>•</a:t>
            </a:r>
          </a:p>
        </p:txBody>
      </p:sp>
      <p:sp>
        <p:nvSpPr>
          <p:cNvPr id="33" name="">
            <a:extLst xmlns:a="http://schemas.openxmlformats.org/drawingml/2006/main">
              <a:ext uri="{FF2B5EF4-FFF2-40B4-BE49-F238E27FC236}">
                <a16:creationId xmlns:a16="http://schemas.microsoft.com/office/drawing/2014/main" id="{F9FD04D5-64BD-47AF-B97B-71279166E005}"/>
              </a:ext>
            </a:extLst>
          </p:cNvPr>
          <p:cNvSpPr>
            <a:spLocks xmlns:a="http://schemas.openxmlformats.org/drawingml/2006/main" noGrp="1"/>
          </p:cNvSpPr>
          <p:nvPr/>
        </p:nvSpPr>
        <p:spPr>
          <a:xfrm xmlns:a="http://schemas.openxmlformats.org/drawingml/2006/main">
            <a:off x="1257300" y="2905125"/>
            <a:ext cx="8001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025" b="0">
                <a:solidFill>
                  <a:srgbClr val="F5F0DD"/>
                </a:solidFill>
                <a:latin typeface="Chalkboard"/>
                <a:ea typeface="Chalkboard"/>
                <a:cs typeface="Chalkboard"/>
              </a:defRPr>
            </a:pPr>
            <a:r>
              <a:rPr sz="2025" b="0">
                <a:solidFill>
                  <a:srgbClr val="F5F0DD"/>
                </a:solidFill>
                <a:latin typeface="Chalkboard"/>
                <a:ea typeface="Chalkboard"/>
                <a:cs typeface="Chalkboard"/>
              </a:rPr>
              <a:t>Be strict: almost evidence is usually wrong.</a:t>
            </a:r>
          </a:p>
        </p:txBody>
      </p:sp>
      <p:sp>
        <p:nvSpPr>
          <p:cNvPr id="34" name="">
            <a:extLst xmlns:a="http://schemas.openxmlformats.org/drawingml/2006/main">
              <a:ext uri="{FF2B5EF4-FFF2-40B4-BE49-F238E27FC236}">
                <a16:creationId xmlns:a16="http://schemas.microsoft.com/office/drawing/2014/main" id="{9BD350D2-583B-43E8-AD04-269C85C17CDA}"/>
              </a:ext>
            </a:extLst>
          </p:cNvPr>
          <p:cNvSpPr>
            <a:spLocks xmlns:a="http://schemas.openxmlformats.org/drawingml/2006/main" noGrp="1"/>
          </p:cNvSpPr>
          <p:nvPr/>
        </p:nvSpPr>
        <p:spPr>
          <a:xfrm xmlns:a="http://schemas.openxmlformats.org/drawingml/2006/main">
            <a:off x="952500" y="3552825"/>
            <a:ext cx="20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F2D46B"/>
                </a:solidFill>
                <a:latin typeface="Chalkboard"/>
                <a:ea typeface="Chalkboard"/>
                <a:cs typeface="Chalkboard"/>
              </a:defRPr>
            </a:pPr>
            <a:r>
              <a:rPr sz="2175" b="1">
                <a:solidFill>
                  <a:srgbClr val="F2D46B"/>
                </a:solidFill>
                <a:latin typeface="Chalkboard"/>
                <a:ea typeface="Chalkboard"/>
                <a:cs typeface="Chalkboard"/>
              </a:rPr>
              <a:t>•</a:t>
            </a:r>
          </a:p>
        </p:txBody>
      </p:sp>
      <p:sp>
        <p:nvSpPr>
          <p:cNvPr id="35" name="">
            <a:extLst xmlns:a="http://schemas.openxmlformats.org/drawingml/2006/main">
              <a:ext uri="{FF2B5EF4-FFF2-40B4-BE49-F238E27FC236}">
                <a16:creationId xmlns:a16="http://schemas.microsoft.com/office/drawing/2014/main" id="{1AD77281-F5BD-4727-8CD1-60ACBB06F26E}"/>
              </a:ext>
            </a:extLst>
          </p:cNvPr>
          <p:cNvSpPr>
            <a:spLocks xmlns:a="http://schemas.openxmlformats.org/drawingml/2006/main" noGrp="1"/>
          </p:cNvSpPr>
          <p:nvPr/>
        </p:nvSpPr>
        <p:spPr>
          <a:xfrm xmlns:a="http://schemas.openxmlformats.org/drawingml/2006/main">
            <a:off x="1257300" y="3571875"/>
            <a:ext cx="8001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025" b="0">
                <a:solidFill>
                  <a:srgbClr val="F5F0DD"/>
                </a:solidFill>
                <a:latin typeface="Chalkboard"/>
                <a:ea typeface="Chalkboard"/>
                <a:cs typeface="Chalkboard"/>
              </a:defRPr>
            </a:pPr>
            <a:r>
              <a:rPr sz="2025" b="0">
                <a:solidFill>
                  <a:srgbClr val="F5F0DD"/>
                </a:solidFill>
                <a:latin typeface="Chalkboard"/>
                <a:ea typeface="Chalkboard"/>
                <a:cs typeface="Chalkboard"/>
              </a:rPr>
              <a:t>Stay specific: do not broaden or blur the claim.</a:t>
            </a:r>
          </a:p>
        </p:txBody>
      </p:sp>
      <p:sp>
        <p:nvSpPr>
          <p:cNvPr id="36" name="">
            <a:extLst xmlns:a="http://schemas.openxmlformats.org/drawingml/2006/main">
              <a:ext uri="{FF2B5EF4-FFF2-40B4-BE49-F238E27FC236}">
                <a16:creationId xmlns:a16="http://schemas.microsoft.com/office/drawing/2014/main" id="{0A269566-335E-4E2B-8201-A26B53ABA344}"/>
              </a:ext>
            </a:extLst>
          </p:cNvPr>
          <p:cNvSpPr>
            <a:spLocks xmlns:a="http://schemas.openxmlformats.org/drawingml/2006/main" noGrp="1"/>
          </p:cNvSpPr>
          <p:nvPr/>
        </p:nvSpPr>
        <p:spPr>
          <a:xfrm xmlns:a="http://schemas.openxmlformats.org/drawingml/2006/main">
            <a:off x="952500" y="4219575"/>
            <a:ext cx="20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A9D8FF"/>
                </a:solidFill>
                <a:latin typeface="Chalkboard"/>
                <a:ea typeface="Chalkboard"/>
                <a:cs typeface="Chalkboard"/>
              </a:defRPr>
            </a:pPr>
            <a:r>
              <a:rPr sz="2175" b="1">
                <a:solidFill>
                  <a:srgbClr val="A9D8FF"/>
                </a:solidFill>
                <a:latin typeface="Chalkboard"/>
                <a:ea typeface="Chalkboard"/>
                <a:cs typeface="Chalkboard"/>
              </a:rPr>
              <a:t>•</a:t>
            </a:r>
          </a:p>
        </p:txBody>
      </p:sp>
      <p:sp>
        <p:nvSpPr>
          <p:cNvPr id="37" name="">
            <a:extLst xmlns:a="http://schemas.openxmlformats.org/drawingml/2006/main">
              <a:ext uri="{FF2B5EF4-FFF2-40B4-BE49-F238E27FC236}">
                <a16:creationId xmlns:a16="http://schemas.microsoft.com/office/drawing/2014/main" id="{B3FC1BCB-1968-4678-923F-92B48C13F684}"/>
              </a:ext>
            </a:extLst>
          </p:cNvPr>
          <p:cNvSpPr>
            <a:spLocks xmlns:a="http://schemas.openxmlformats.org/drawingml/2006/main" noGrp="1"/>
          </p:cNvSpPr>
          <p:nvPr/>
        </p:nvSpPr>
        <p:spPr>
          <a:xfrm xmlns:a="http://schemas.openxmlformats.org/drawingml/2006/main">
            <a:off x="1257300" y="4238625"/>
            <a:ext cx="8001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025" b="0">
                <a:solidFill>
                  <a:srgbClr val="F5F0DD"/>
                </a:solidFill>
                <a:latin typeface="Chalkboard"/>
                <a:ea typeface="Chalkboard"/>
                <a:cs typeface="Chalkboard"/>
              </a:defRPr>
            </a:pPr>
            <a:r>
              <a:rPr sz="2025" b="0">
                <a:solidFill>
                  <a:srgbClr val="F5F0DD"/>
                </a:solidFill>
                <a:latin typeface="Chalkboard"/>
                <a:ea typeface="Chalkboard"/>
                <a:cs typeface="Chalkboard"/>
              </a:rPr>
              <a:t>Read the verb: support, illustrate, undermine, or challenge.</a:t>
            </a:r>
          </a:p>
        </p:txBody>
      </p:sp>
      <p:sp>
        <p:nvSpPr>
          <p:cNvPr id="38" name="">
            <a:extLst xmlns:a="http://schemas.openxmlformats.org/drawingml/2006/main">
              <a:ext uri="{FF2B5EF4-FFF2-40B4-BE49-F238E27FC236}">
                <a16:creationId xmlns:a16="http://schemas.microsoft.com/office/drawing/2014/main" id="{710671E0-08C6-4983-9B9C-EF52C514AD5F}"/>
              </a:ext>
            </a:extLst>
          </p:cNvPr>
          <p:cNvSpPr>
            <a:spLocks xmlns:a="http://schemas.openxmlformats.org/drawingml/2006/main" noGrp="1"/>
          </p:cNvSpPr>
          <p:nvPr/>
        </p:nvSpPr>
        <p:spPr>
          <a:xfrm xmlns:a="http://schemas.openxmlformats.org/drawingml/2006/main">
            <a:off x="952500" y="4886325"/>
            <a:ext cx="20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9FE3B4"/>
                </a:solidFill>
                <a:latin typeface="Chalkboard"/>
                <a:ea typeface="Chalkboard"/>
                <a:cs typeface="Chalkboard"/>
              </a:defRPr>
            </a:pPr>
            <a:r>
              <a:rPr sz="2175" b="1">
                <a:solidFill>
                  <a:srgbClr val="9FE3B4"/>
                </a:solidFill>
                <a:latin typeface="Chalkboard"/>
                <a:ea typeface="Chalkboard"/>
                <a:cs typeface="Chalkboard"/>
              </a:rPr>
              <a:t>•</a:t>
            </a:r>
          </a:p>
        </p:txBody>
      </p:sp>
      <p:sp>
        <p:nvSpPr>
          <p:cNvPr id="39" name="">
            <a:extLst xmlns:a="http://schemas.openxmlformats.org/drawingml/2006/main">
              <a:ext uri="{FF2B5EF4-FFF2-40B4-BE49-F238E27FC236}">
                <a16:creationId xmlns:a16="http://schemas.microsoft.com/office/drawing/2014/main" id="{AB632B97-EB09-4478-BA80-1A54DCEC2021}"/>
              </a:ext>
            </a:extLst>
          </p:cNvPr>
          <p:cNvSpPr>
            <a:spLocks xmlns:a="http://schemas.openxmlformats.org/drawingml/2006/main" noGrp="1"/>
          </p:cNvSpPr>
          <p:nvPr/>
        </p:nvSpPr>
        <p:spPr>
          <a:xfrm xmlns:a="http://schemas.openxmlformats.org/drawingml/2006/main">
            <a:off x="1257300" y="4905375"/>
            <a:ext cx="8001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025" b="0">
                <a:solidFill>
                  <a:srgbClr val="F5F0DD"/>
                </a:solidFill>
                <a:latin typeface="Chalkboard"/>
                <a:ea typeface="Chalkboard"/>
                <a:cs typeface="Chalkboard"/>
              </a:defRPr>
            </a:pPr>
            <a:r>
              <a:rPr sz="2025" b="0">
                <a:solidFill>
                  <a:srgbClr val="F5F0DD"/>
                </a:solidFill>
                <a:latin typeface="Chalkboard"/>
                <a:ea typeface="Chalkboard"/>
                <a:cs typeface="Chalkboard"/>
              </a:rPr>
              <a:t>Abbreviate jargon so the big relationship stays visible.</a:t>
            </a:r>
          </a:p>
        </p:txBody>
      </p:sp>
      <p:sp>
        <p:nvSpPr>
          <p:cNvPr id="40" name="">
            <a:extLst xmlns:a="http://schemas.openxmlformats.org/drawingml/2006/main">
              <a:ext uri="{FF2B5EF4-FFF2-40B4-BE49-F238E27FC236}">
                <a16:creationId xmlns:a16="http://schemas.microsoft.com/office/drawing/2014/main" id="{6B09A19C-AEC5-42A8-A4E0-973EC1B28C2C}"/>
              </a:ext>
            </a:extLst>
          </p:cNvPr>
          <p:cNvSpPr>
            <a:spLocks xmlns:a="http://schemas.openxmlformats.org/drawingml/2006/main" noGrp="1"/>
          </p:cNvSpPr>
          <p:nvPr/>
        </p:nvSpPr>
        <p:spPr>
          <a:xfrm xmlns:a="http://schemas.openxmlformats.org/drawingml/2006/main">
            <a:off x="552450" y="6286500"/>
            <a:ext cx="838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0">
                <a:solidFill>
                  <a:srgbClr val="B8C7B4"/>
                </a:solidFill>
                <a:latin typeface="Chalkboard"/>
                <a:ea typeface="Chalkboard"/>
                <a:cs typeface="Chalkboard"/>
              </a:defRPr>
            </a:pPr>
            <a:r>
              <a:rPr sz="825" b="0">
                <a:solidFill>
                  <a:srgbClr val="B8C7B4"/>
                </a:solidFill>
                <a:latin typeface="Chalkboard"/>
                <a:ea typeface="Chalkboard"/>
                <a:cs typeface="Chalkboard"/>
              </a:rPr>
              <a:t>Adapted as a classroom summary from Khan Academy SAT Reading and Writing: Command of Evidence: Textual.</a:t>
            </a:r>
          </a:p>
        </p:txBody>
      </p:sp>
    </p:spTree>
    <p:extLst>
      <p:ext uri="{BB962C8B-B14F-4D97-AF65-F5344CB8AC3E}">
        <p14:creationId xmlns:p14="http://schemas.microsoft.com/office/powerpoint/2010/main" val="169033995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F85667F-2C1E-4217-BF71-F71B2BDC1B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83B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90B1BB5-6186-4282-B789-D66FC4028BF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000">
              <a:alpha val="0"/>
            </a:srgbClr>
          </a:solidFill>
          <a:ln xmlns:a="http://schemas.openxmlformats.org/drawingml/2006/main" w="57150">
            <a:solidFill>
              <a:srgbClr val="0A1712"/>
            </a:solidFill>
            <a:prstDash val="solid"/>
          </a:ln>
        </p:spPr>
      </p:sp>
      <p:sp>
        <p:nvSpPr>
          <p:cNvPr id="3" name="">
            <a:extLst xmlns:a="http://schemas.openxmlformats.org/drawingml/2006/main">
              <a:ext uri="{FF2B5EF4-FFF2-40B4-BE49-F238E27FC236}">
                <a16:creationId xmlns:a16="http://schemas.microsoft.com/office/drawing/2014/main" id="{7C14822A-1C44-4682-96AC-F4B4DB86BF5B}"/>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54992EF-0AD8-4ACF-A3C6-51AF4B69BE61}"/>
              </a:ext>
            </a:extLst>
          </p:cNvPr>
          <p:cNvSpPr>
            <a:spLocks xmlns:a="http://schemas.openxmlformats.org/drawingml/2006/main" noGrp="1"/>
          </p:cNvSpPr>
          <p:nvPr/>
        </p:nvSpPr>
        <p:spPr>
          <a:xfrm xmlns:a="http://schemas.openxmlformats.org/drawingml/2006/main">
            <a:off x="0" y="6629400"/>
            <a:ext cx="12192000" cy="22860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E288BA0-1104-4E94-B15F-1656C64F02E2}"/>
              </a:ext>
            </a:extLst>
          </p:cNvPr>
          <p:cNvSpPr>
            <a:spLocks xmlns:a="http://schemas.openxmlformats.org/drawingml/2006/main" noGrp="1"/>
          </p:cNvSpPr>
          <p:nvPr/>
        </p:nvSpPr>
        <p:spPr>
          <a:xfrm xmlns:a="http://schemas.openxmlformats.org/drawingml/2006/main">
            <a:off x="552450" y="5524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5D419DA-CFA0-4FAD-B04F-F89FF06CE6E6}"/>
              </a:ext>
            </a:extLst>
          </p:cNvPr>
          <p:cNvSpPr>
            <a:spLocks xmlns:a="http://schemas.openxmlformats.org/drawingml/2006/main" noGrp="1"/>
          </p:cNvSpPr>
          <p:nvPr/>
        </p:nvSpPr>
        <p:spPr>
          <a:xfrm xmlns:a="http://schemas.openxmlformats.org/drawingml/2006/main">
            <a:off x="2200275" y="14763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1E99CFF-3D84-4526-8F20-AD6B3157C761}"/>
              </a:ext>
            </a:extLst>
          </p:cNvPr>
          <p:cNvSpPr>
            <a:spLocks xmlns:a="http://schemas.openxmlformats.org/drawingml/2006/main" noGrp="1"/>
          </p:cNvSpPr>
          <p:nvPr/>
        </p:nvSpPr>
        <p:spPr>
          <a:xfrm xmlns:a="http://schemas.openxmlformats.org/drawingml/2006/main">
            <a:off x="3848100" y="240030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4699960-FA18-499A-A33B-89EF9B82FC2E}"/>
              </a:ext>
            </a:extLst>
          </p:cNvPr>
          <p:cNvSpPr>
            <a:spLocks xmlns:a="http://schemas.openxmlformats.org/drawingml/2006/main" noGrp="1"/>
          </p:cNvSpPr>
          <p:nvPr/>
        </p:nvSpPr>
        <p:spPr>
          <a:xfrm xmlns:a="http://schemas.openxmlformats.org/drawingml/2006/main">
            <a:off x="5495925" y="332422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EDF7B23-57BB-439C-AD59-72FC7700DCCE}"/>
              </a:ext>
            </a:extLst>
          </p:cNvPr>
          <p:cNvSpPr>
            <a:spLocks xmlns:a="http://schemas.openxmlformats.org/drawingml/2006/main" noGrp="1"/>
          </p:cNvSpPr>
          <p:nvPr/>
        </p:nvSpPr>
        <p:spPr>
          <a:xfrm xmlns:a="http://schemas.openxmlformats.org/drawingml/2006/main">
            <a:off x="7143750" y="424815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4DF21AA-F6DA-4EFB-8672-F7A8A9AF59F3}"/>
              </a:ext>
            </a:extLst>
          </p:cNvPr>
          <p:cNvSpPr>
            <a:spLocks xmlns:a="http://schemas.openxmlformats.org/drawingml/2006/main" noGrp="1"/>
          </p:cNvSpPr>
          <p:nvPr/>
        </p:nvSpPr>
        <p:spPr>
          <a:xfrm xmlns:a="http://schemas.openxmlformats.org/drawingml/2006/main">
            <a:off x="8791575" y="517207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0B9E5E1-146C-4A30-BF01-C5B3D6AAF652}"/>
              </a:ext>
            </a:extLst>
          </p:cNvPr>
          <p:cNvSpPr>
            <a:spLocks xmlns:a="http://schemas.openxmlformats.org/drawingml/2006/main" noGrp="1"/>
          </p:cNvSpPr>
          <p:nvPr/>
        </p:nvSpPr>
        <p:spPr>
          <a:xfrm xmlns:a="http://schemas.openxmlformats.org/drawingml/2006/main">
            <a:off x="10439400" y="68580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0CBEA6E-D54C-4BAC-8AD3-1AB5284E606B}"/>
              </a:ext>
            </a:extLst>
          </p:cNvPr>
          <p:cNvSpPr>
            <a:spLocks xmlns:a="http://schemas.openxmlformats.org/drawingml/2006/main" noGrp="1"/>
          </p:cNvSpPr>
          <p:nvPr/>
        </p:nvSpPr>
        <p:spPr>
          <a:xfrm xmlns:a="http://schemas.openxmlformats.org/drawingml/2006/main">
            <a:off x="1038225" y="160972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AFC43CB-8B96-4AD1-AF0C-82D22C04B622}"/>
              </a:ext>
            </a:extLst>
          </p:cNvPr>
          <p:cNvSpPr>
            <a:spLocks xmlns:a="http://schemas.openxmlformats.org/drawingml/2006/main" noGrp="1"/>
          </p:cNvSpPr>
          <p:nvPr/>
        </p:nvSpPr>
        <p:spPr>
          <a:xfrm xmlns:a="http://schemas.openxmlformats.org/drawingml/2006/main">
            <a:off x="2686050" y="253365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89F9E81-BC4E-4681-8CAB-117CE62BE54E}"/>
              </a:ext>
            </a:extLst>
          </p:cNvPr>
          <p:cNvSpPr>
            <a:spLocks xmlns:a="http://schemas.openxmlformats.org/drawingml/2006/main" noGrp="1"/>
          </p:cNvSpPr>
          <p:nvPr/>
        </p:nvSpPr>
        <p:spPr>
          <a:xfrm xmlns:a="http://schemas.openxmlformats.org/drawingml/2006/main">
            <a:off x="4333875" y="345757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9212BBF-AC80-40B2-ACA9-71F3D137D684}"/>
              </a:ext>
            </a:extLst>
          </p:cNvPr>
          <p:cNvSpPr>
            <a:spLocks xmlns:a="http://schemas.openxmlformats.org/drawingml/2006/main" noGrp="1"/>
          </p:cNvSpPr>
          <p:nvPr/>
        </p:nvSpPr>
        <p:spPr>
          <a:xfrm xmlns:a="http://schemas.openxmlformats.org/drawingml/2006/main">
            <a:off x="5981700" y="438150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DAE5D1D-7F1B-4FD6-9168-A34D8D9FE40E}"/>
              </a:ext>
            </a:extLst>
          </p:cNvPr>
          <p:cNvSpPr>
            <a:spLocks xmlns:a="http://schemas.openxmlformats.org/drawingml/2006/main" noGrp="1"/>
          </p:cNvSpPr>
          <p:nvPr/>
        </p:nvSpPr>
        <p:spPr>
          <a:xfrm xmlns:a="http://schemas.openxmlformats.org/drawingml/2006/main">
            <a:off x="7629525" y="530542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F57F845-FD0E-4DEF-A6E0-3D51C7F63EE8}"/>
              </a:ext>
            </a:extLst>
          </p:cNvPr>
          <p:cNvSpPr>
            <a:spLocks xmlns:a="http://schemas.openxmlformats.org/drawingml/2006/main" noGrp="1"/>
          </p:cNvSpPr>
          <p:nvPr/>
        </p:nvSpPr>
        <p:spPr>
          <a:xfrm xmlns:a="http://schemas.openxmlformats.org/drawingml/2006/main">
            <a:off x="9277350" y="81915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3F7F9DA-8FAB-422A-9E0A-09ECE885C4BE}"/>
              </a:ext>
            </a:extLst>
          </p:cNvPr>
          <p:cNvSpPr>
            <a:spLocks xmlns:a="http://schemas.openxmlformats.org/drawingml/2006/main" noGrp="1"/>
          </p:cNvSpPr>
          <p:nvPr/>
        </p:nvSpPr>
        <p:spPr>
          <a:xfrm xmlns:a="http://schemas.openxmlformats.org/drawingml/2006/main">
            <a:off x="10925175" y="174307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7F5BE4C-6D26-4995-AB8F-735AAB7F6DA2}"/>
              </a:ext>
            </a:extLst>
          </p:cNvPr>
          <p:cNvSpPr>
            <a:spLocks xmlns:a="http://schemas.openxmlformats.org/drawingml/2006/main" noGrp="1"/>
          </p:cNvSpPr>
          <p:nvPr/>
        </p:nvSpPr>
        <p:spPr>
          <a:xfrm xmlns:a="http://schemas.openxmlformats.org/drawingml/2006/main">
            <a:off x="1524000" y="266700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FF24B88-8DC1-4AA7-A6EC-88173BABDFB8}"/>
              </a:ext>
            </a:extLst>
          </p:cNvPr>
          <p:cNvSpPr>
            <a:spLocks xmlns:a="http://schemas.openxmlformats.org/drawingml/2006/main" noGrp="1"/>
          </p:cNvSpPr>
          <p:nvPr/>
        </p:nvSpPr>
        <p:spPr>
          <a:xfrm xmlns:a="http://schemas.openxmlformats.org/drawingml/2006/main">
            <a:off x="3171825" y="359092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704BACE-B987-45AA-9C67-C44B99E9918A}"/>
              </a:ext>
            </a:extLst>
          </p:cNvPr>
          <p:cNvSpPr>
            <a:spLocks xmlns:a="http://schemas.openxmlformats.org/drawingml/2006/main" noGrp="1"/>
          </p:cNvSpPr>
          <p:nvPr/>
        </p:nvSpPr>
        <p:spPr>
          <a:xfrm xmlns:a="http://schemas.openxmlformats.org/drawingml/2006/main">
            <a:off x="4819650" y="451485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367A570-14E6-4CF6-8158-314295F25D68}"/>
              </a:ext>
            </a:extLst>
          </p:cNvPr>
          <p:cNvSpPr>
            <a:spLocks xmlns:a="http://schemas.openxmlformats.org/drawingml/2006/main" noGrp="1"/>
          </p:cNvSpPr>
          <p:nvPr/>
        </p:nvSpPr>
        <p:spPr>
          <a:xfrm xmlns:a="http://schemas.openxmlformats.org/drawingml/2006/main">
            <a:off x="6467475" y="543877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CB62EC7-F838-4FE7-A14B-3C053A7F1CBF}"/>
              </a:ext>
            </a:extLst>
          </p:cNvPr>
          <p:cNvSpPr>
            <a:spLocks xmlns:a="http://schemas.openxmlformats.org/drawingml/2006/main" noGrp="1"/>
          </p:cNvSpPr>
          <p:nvPr/>
        </p:nvSpPr>
        <p:spPr>
          <a:xfrm xmlns:a="http://schemas.openxmlformats.org/drawingml/2006/main">
            <a:off x="8115300" y="95250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DCCF74B5-1958-46FA-A6FC-519EF833FD7F}"/>
              </a:ext>
            </a:extLst>
          </p:cNvPr>
          <p:cNvSpPr>
            <a:spLocks xmlns:a="http://schemas.openxmlformats.org/drawingml/2006/main" noGrp="1"/>
          </p:cNvSpPr>
          <p:nvPr/>
        </p:nvSpPr>
        <p:spPr>
          <a:xfrm xmlns:a="http://schemas.openxmlformats.org/drawingml/2006/main">
            <a:off x="9763125" y="187642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C64323B4-AC01-42C7-9CA8-B6331F56FE34}"/>
              </a:ext>
            </a:extLst>
          </p:cNvPr>
          <p:cNvSpPr>
            <a:spLocks xmlns:a="http://schemas.openxmlformats.org/drawingml/2006/main" noGrp="1"/>
          </p:cNvSpPr>
          <p:nvPr/>
        </p:nvSpPr>
        <p:spPr>
          <a:xfrm xmlns:a="http://schemas.openxmlformats.org/drawingml/2006/main">
            <a:off x="11410950" y="28003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7DEB54D1-C990-4901-BF87-F9B36929D9F0}"/>
              </a:ext>
            </a:extLst>
          </p:cNvPr>
          <p:cNvSpPr>
            <a:spLocks xmlns:a="http://schemas.openxmlformats.org/drawingml/2006/main" noGrp="1"/>
          </p:cNvSpPr>
          <p:nvPr/>
        </p:nvSpPr>
        <p:spPr>
          <a:xfrm xmlns:a="http://schemas.openxmlformats.org/drawingml/2006/main">
            <a:off x="2009775" y="37242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7F73C100-87FF-41FE-ADA1-4FAF446F3539}"/>
              </a:ext>
            </a:extLst>
          </p:cNvPr>
          <p:cNvSpPr>
            <a:spLocks xmlns:a="http://schemas.openxmlformats.org/drawingml/2006/main" noGrp="1"/>
          </p:cNvSpPr>
          <p:nvPr/>
        </p:nvSpPr>
        <p:spPr>
          <a:xfrm xmlns:a="http://schemas.openxmlformats.org/drawingml/2006/main">
            <a:off x="552450" y="4000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D9DFC8"/>
                </a:solidFill>
                <a:latin typeface="Chalkboard"/>
                <a:ea typeface="Chalkboard"/>
                <a:cs typeface="Chalkboard"/>
              </a:defRPr>
            </a:pPr>
            <a:r>
              <a:rPr sz="1125" b="1">
                <a:solidFill>
                  <a:srgbClr val="D9DFC8"/>
                </a:solidFill>
                <a:latin typeface="Chalkboard"/>
                <a:ea typeface="Chalkboard"/>
                <a:cs typeface="Chalkboard"/>
              </a:rPr>
              <a:t>COMMAND OF EVIDENCE</a:t>
            </a:r>
          </a:p>
        </p:txBody>
      </p:sp>
      <p:sp>
        <p:nvSpPr>
          <p:cNvPr id="28" name="">
            <a:extLst xmlns:a="http://schemas.openxmlformats.org/drawingml/2006/main">
              <a:ext uri="{FF2B5EF4-FFF2-40B4-BE49-F238E27FC236}">
                <a16:creationId xmlns:a16="http://schemas.microsoft.com/office/drawing/2014/main" id="{134AB8D4-E62E-48C0-8539-BDB622F05EC2}"/>
              </a:ext>
            </a:extLst>
          </p:cNvPr>
          <p:cNvSpPr>
            <a:spLocks xmlns:a="http://schemas.openxmlformats.org/drawingml/2006/main" noGrp="1"/>
          </p:cNvSpPr>
          <p:nvPr/>
        </p:nvSpPr>
        <p:spPr>
          <a:xfrm xmlns:a="http://schemas.openxmlformats.org/drawingml/2006/main">
            <a:off x="11001375" y="6191250"/>
            <a:ext cx="60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1650" b="1">
                <a:solidFill>
                  <a:srgbClr val="D9DFC8"/>
                </a:solidFill>
                <a:latin typeface="Chalkboard"/>
                <a:ea typeface="Chalkboard"/>
                <a:cs typeface="Chalkboard"/>
              </a:defRPr>
            </a:pPr>
            <a:r>
              <a:rPr sz="1650" b="1">
                <a:solidFill>
                  <a:srgbClr val="D9DFC8"/>
                </a:solidFill>
                <a:latin typeface="Chalkboard"/>
                <a:ea typeface="Chalkboard"/>
                <a:cs typeface="Chalkboard"/>
              </a:rPr>
              <a:t>11</a:t>
            </a:r>
          </a:p>
        </p:txBody>
      </p:sp>
      <p:sp>
        <p:nvSpPr>
          <p:cNvPr id="29" name="">
            <a:extLst xmlns:a="http://schemas.openxmlformats.org/drawingml/2006/main">
              <a:ext uri="{FF2B5EF4-FFF2-40B4-BE49-F238E27FC236}">
                <a16:creationId xmlns:a16="http://schemas.microsoft.com/office/drawing/2014/main" id="{86B8E09B-963C-492A-8C91-E67A81877A0D}"/>
              </a:ext>
            </a:extLst>
          </p:cNvPr>
          <p:cNvSpPr>
            <a:spLocks xmlns:a="http://schemas.openxmlformats.org/drawingml/2006/main" noGrp="1"/>
          </p:cNvSpPr>
          <p:nvPr/>
        </p:nvSpPr>
        <p:spPr>
          <a:xfrm xmlns:a="http://schemas.openxmlformats.org/drawingml/2006/main">
            <a:off x="685800" y="904875"/>
            <a:ext cx="8382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4050" b="1">
                <a:solidFill>
                  <a:srgbClr val="F5F0DD"/>
                </a:solidFill>
                <a:latin typeface="Chalkboard"/>
                <a:ea typeface="Chalkboard"/>
                <a:cs typeface="Chalkboard"/>
              </a:defRPr>
            </a:pPr>
            <a:r>
              <a:rPr sz="4050" b="1">
                <a:solidFill>
                  <a:srgbClr val="F5F0DD"/>
                </a:solidFill>
                <a:latin typeface="Chalkboard"/>
                <a:ea typeface="Chalkboard"/>
                <a:cs typeface="Chalkboard"/>
              </a:rPr>
              <a:t>Trap Answers</a:t>
            </a:r>
          </a:p>
        </p:txBody>
      </p:sp>
      <p:sp>
        <p:nvSpPr>
          <p:cNvPr id="30" name="">
            <a:extLst xmlns:a="http://schemas.openxmlformats.org/drawingml/2006/main">
              <a:ext uri="{FF2B5EF4-FFF2-40B4-BE49-F238E27FC236}">
                <a16:creationId xmlns:a16="http://schemas.microsoft.com/office/drawing/2014/main" id="{3081B507-E056-4341-9B44-5A093841C461}"/>
              </a:ext>
            </a:extLst>
          </p:cNvPr>
          <p:cNvSpPr>
            <a:spLocks xmlns:a="http://schemas.openxmlformats.org/drawingml/2006/main" noGrp="1"/>
          </p:cNvSpPr>
          <p:nvPr/>
        </p:nvSpPr>
        <p:spPr>
          <a:xfrm xmlns:a="http://schemas.openxmlformats.org/drawingml/2006/main">
            <a:off x="704850" y="2176463"/>
            <a:ext cx="9105900" cy="28575"/>
          </a:xfrm>
          <a:prstGeom xmlns:a="http://schemas.openxmlformats.org/drawingml/2006/main" prst="rect">
            <a:avLst/>
          </a:prstGeom>
          <a:solidFill xmlns:a="http://schemas.openxmlformats.org/drawingml/2006/main">
            <a:srgbClr val="F2D46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80C4408E-312D-45E5-B432-7F86B1E04837}"/>
              </a:ext>
            </a:extLst>
          </p:cNvPr>
          <p:cNvSpPr>
            <a:spLocks xmlns:a="http://schemas.openxmlformats.org/drawingml/2006/main" noGrp="1"/>
          </p:cNvSpPr>
          <p:nvPr/>
        </p:nvSpPr>
        <p:spPr>
          <a:xfrm xmlns:a="http://schemas.openxmlformats.org/drawingml/2006/main">
            <a:off x="723900" y="2419350"/>
            <a:ext cx="857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D9DFC8"/>
                </a:solidFill>
                <a:latin typeface="Chalkboard"/>
                <a:ea typeface="Chalkboard"/>
                <a:cs typeface="Chalkboard"/>
              </a:defRPr>
            </a:pPr>
            <a:r>
              <a:rPr sz="1800" b="0">
                <a:solidFill>
                  <a:srgbClr val="D9DFC8"/>
                </a:solidFill>
                <a:latin typeface="Chalkboard"/>
                <a:ea typeface="Chalkboard"/>
                <a:cs typeface="Chalkboard"/>
              </a:rPr>
              <a:t>Most wrong choices fail in predictable ways.</a:t>
            </a:r>
          </a:p>
        </p:txBody>
      </p:sp>
      <p:sp>
        <p:nvSpPr>
          <p:cNvPr id="32" name="">
            <a:extLst xmlns:a="http://schemas.openxmlformats.org/drawingml/2006/main">
              <a:ext uri="{FF2B5EF4-FFF2-40B4-BE49-F238E27FC236}">
                <a16:creationId xmlns:a16="http://schemas.microsoft.com/office/drawing/2014/main" id="{C87D5570-75E2-4D37-AB7A-BBD392F210C3}"/>
              </a:ext>
            </a:extLst>
          </p:cNvPr>
          <p:cNvSpPr>
            <a:spLocks xmlns:a="http://schemas.openxmlformats.org/drawingml/2006/main" noGrp="1"/>
          </p:cNvSpPr>
          <p:nvPr/>
        </p:nvSpPr>
        <p:spPr>
          <a:xfrm xmlns:a="http://schemas.openxmlformats.org/drawingml/2006/main">
            <a:off x="876300" y="3000375"/>
            <a:ext cx="3143250" cy="1952625"/>
          </a:xfrm>
          <a:prstGeom xmlns:a="http://schemas.openxmlformats.org/drawingml/2006/main" prst="roundRect">
            <a:avLst>
              <a:gd name="adj" fmla="val 3902"/>
            </a:avLst>
          </a:prstGeom>
          <a:solidFill xmlns:a="http://schemas.openxmlformats.org/drawingml/2006/main">
            <a:srgbClr val="FFFFFF">
              <a:alpha val="3137"/>
            </a:srgbClr>
          </a:solidFill>
          <a:ln xmlns:a="http://schemas.openxmlformats.org/drawingml/2006/main" w="19050">
            <a:solidFill>
              <a:srgbClr val="F2D46B"/>
            </a:solidFill>
            <a:prstDash val="solid"/>
          </a:ln>
        </p:spPr>
      </p:sp>
      <p:sp>
        <p:nvSpPr>
          <p:cNvPr id="33" name="">
            <a:extLst xmlns:a="http://schemas.openxmlformats.org/drawingml/2006/main">
              <a:ext uri="{FF2B5EF4-FFF2-40B4-BE49-F238E27FC236}">
                <a16:creationId xmlns:a16="http://schemas.microsoft.com/office/drawing/2014/main" id="{4687BF8B-3944-456C-A5AA-1E5F4AFE8CE6}"/>
              </a:ext>
            </a:extLst>
          </p:cNvPr>
          <p:cNvSpPr>
            <a:spLocks xmlns:a="http://schemas.openxmlformats.org/drawingml/2006/main" noGrp="1"/>
          </p:cNvSpPr>
          <p:nvPr/>
        </p:nvSpPr>
        <p:spPr>
          <a:xfrm xmlns:a="http://schemas.openxmlformats.org/drawingml/2006/main">
            <a:off x="1085850" y="3171825"/>
            <a:ext cx="2724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2D46B"/>
                </a:solidFill>
                <a:latin typeface="Chalkboard"/>
                <a:ea typeface="Chalkboard"/>
                <a:cs typeface="Chalkboard"/>
              </a:defRPr>
            </a:pPr>
            <a:r>
              <a:rPr sz="1800" b="1">
                <a:solidFill>
                  <a:srgbClr val="F2D46B"/>
                </a:solidFill>
                <a:latin typeface="Chalkboard"/>
                <a:ea typeface="Chalkboard"/>
                <a:cs typeface="Chalkboard"/>
              </a:rPr>
              <a:t>Partial match</a:t>
            </a:r>
          </a:p>
        </p:txBody>
      </p:sp>
      <p:sp>
        <p:nvSpPr>
          <p:cNvPr id="34" name="">
            <a:extLst xmlns:a="http://schemas.openxmlformats.org/drawingml/2006/main">
              <a:ext uri="{FF2B5EF4-FFF2-40B4-BE49-F238E27FC236}">
                <a16:creationId xmlns:a16="http://schemas.microsoft.com/office/drawing/2014/main" id="{F9E897A7-9E76-44AB-BA9F-3CEC55BE169A}"/>
              </a:ext>
            </a:extLst>
          </p:cNvPr>
          <p:cNvSpPr>
            <a:spLocks xmlns:a="http://schemas.openxmlformats.org/drawingml/2006/main" noGrp="1"/>
          </p:cNvSpPr>
          <p:nvPr/>
        </p:nvSpPr>
        <p:spPr>
          <a:xfrm xmlns:a="http://schemas.openxmlformats.org/drawingml/2006/main">
            <a:off x="1085850" y="3552825"/>
            <a:ext cx="27241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D9DFC8"/>
                </a:solidFill>
                <a:latin typeface="Chalkboard"/>
                <a:ea typeface="Chalkboard"/>
                <a:cs typeface="Chalkboard"/>
              </a:defRPr>
            </a:pPr>
            <a:r>
              <a:rPr sz="1425" b="0">
                <a:solidFill>
                  <a:srgbClr val="D9DFC8"/>
                </a:solidFill>
                <a:latin typeface="Chalkboard"/>
                <a:ea typeface="Chalkboard"/>
                <a:cs typeface="Chalkboard"/>
              </a:rPr>
              <a:t>Supports only half of the claim. It may prove the topic, but not the full relationship.</a:t>
            </a:r>
          </a:p>
        </p:txBody>
      </p:sp>
      <p:sp>
        <p:nvSpPr>
          <p:cNvPr id="35" name="">
            <a:extLst xmlns:a="http://schemas.openxmlformats.org/drawingml/2006/main">
              <a:ext uri="{FF2B5EF4-FFF2-40B4-BE49-F238E27FC236}">
                <a16:creationId xmlns:a16="http://schemas.microsoft.com/office/drawing/2014/main" id="{2EDDA3B4-18E9-459C-8715-D52E965940B0}"/>
              </a:ext>
            </a:extLst>
          </p:cNvPr>
          <p:cNvSpPr>
            <a:spLocks xmlns:a="http://schemas.openxmlformats.org/drawingml/2006/main" noGrp="1"/>
          </p:cNvSpPr>
          <p:nvPr/>
        </p:nvSpPr>
        <p:spPr>
          <a:xfrm xmlns:a="http://schemas.openxmlformats.org/drawingml/2006/main">
            <a:off x="4524375" y="3000375"/>
            <a:ext cx="3143250" cy="1952625"/>
          </a:xfrm>
          <a:prstGeom xmlns:a="http://schemas.openxmlformats.org/drawingml/2006/main" prst="roundRect">
            <a:avLst>
              <a:gd name="adj" fmla="val 3902"/>
            </a:avLst>
          </a:prstGeom>
          <a:solidFill xmlns:a="http://schemas.openxmlformats.org/drawingml/2006/main">
            <a:srgbClr val="FFFFFF">
              <a:alpha val="3137"/>
            </a:srgbClr>
          </a:solidFill>
          <a:ln xmlns:a="http://schemas.openxmlformats.org/drawingml/2006/main" w="19050">
            <a:solidFill>
              <a:srgbClr val="F29B91"/>
            </a:solidFill>
            <a:prstDash val="solid"/>
          </a:ln>
        </p:spPr>
      </p:sp>
      <p:sp>
        <p:nvSpPr>
          <p:cNvPr id="36" name="">
            <a:extLst xmlns:a="http://schemas.openxmlformats.org/drawingml/2006/main">
              <a:ext uri="{FF2B5EF4-FFF2-40B4-BE49-F238E27FC236}">
                <a16:creationId xmlns:a16="http://schemas.microsoft.com/office/drawing/2014/main" id="{6BAAA0AD-D84A-4B4F-BD47-8951BF9B0218}"/>
              </a:ext>
            </a:extLst>
          </p:cNvPr>
          <p:cNvSpPr>
            <a:spLocks xmlns:a="http://schemas.openxmlformats.org/drawingml/2006/main" noGrp="1"/>
          </p:cNvSpPr>
          <p:nvPr/>
        </p:nvSpPr>
        <p:spPr>
          <a:xfrm xmlns:a="http://schemas.openxmlformats.org/drawingml/2006/main">
            <a:off x="4733925" y="3171825"/>
            <a:ext cx="2724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29B91"/>
                </a:solidFill>
                <a:latin typeface="Chalkboard"/>
                <a:ea typeface="Chalkboard"/>
                <a:cs typeface="Chalkboard"/>
              </a:defRPr>
            </a:pPr>
            <a:r>
              <a:rPr sz="1800" b="1">
                <a:solidFill>
                  <a:srgbClr val="F29B91"/>
                </a:solidFill>
                <a:latin typeface="Chalkboard"/>
                <a:ea typeface="Chalkboard"/>
                <a:cs typeface="Chalkboard"/>
              </a:rPr>
              <a:t>Reversal</a:t>
            </a:r>
          </a:p>
        </p:txBody>
      </p:sp>
      <p:sp>
        <p:nvSpPr>
          <p:cNvPr id="37" name="">
            <a:extLst xmlns:a="http://schemas.openxmlformats.org/drawingml/2006/main">
              <a:ext uri="{FF2B5EF4-FFF2-40B4-BE49-F238E27FC236}">
                <a16:creationId xmlns:a16="http://schemas.microsoft.com/office/drawing/2014/main" id="{DD4326C0-546C-41CE-AAB7-C1B3C9580CC7}"/>
              </a:ext>
            </a:extLst>
          </p:cNvPr>
          <p:cNvSpPr>
            <a:spLocks xmlns:a="http://schemas.openxmlformats.org/drawingml/2006/main" noGrp="1"/>
          </p:cNvSpPr>
          <p:nvPr/>
        </p:nvSpPr>
        <p:spPr>
          <a:xfrm xmlns:a="http://schemas.openxmlformats.org/drawingml/2006/main">
            <a:off x="4733925" y="3552825"/>
            <a:ext cx="27241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D9DFC8"/>
                </a:solidFill>
                <a:latin typeface="Chalkboard"/>
                <a:ea typeface="Chalkboard"/>
                <a:cs typeface="Chalkboard"/>
              </a:defRPr>
            </a:pPr>
            <a:r>
              <a:rPr sz="1425" b="0">
                <a:solidFill>
                  <a:srgbClr val="D9DFC8"/>
                </a:solidFill>
                <a:latin typeface="Chalkboard"/>
                <a:ea typeface="Chalkboard"/>
                <a:cs typeface="Chalkboard"/>
              </a:rPr>
              <a:t>Flips the direction: less instead of more, cause instead of effect, support instead of challenge.</a:t>
            </a:r>
          </a:p>
        </p:txBody>
      </p:sp>
      <p:sp>
        <p:nvSpPr>
          <p:cNvPr id="38" name="">
            <a:extLst xmlns:a="http://schemas.openxmlformats.org/drawingml/2006/main">
              <a:ext uri="{FF2B5EF4-FFF2-40B4-BE49-F238E27FC236}">
                <a16:creationId xmlns:a16="http://schemas.microsoft.com/office/drawing/2014/main" id="{7774F170-1AE8-41BA-AB59-9006460F0901}"/>
              </a:ext>
            </a:extLst>
          </p:cNvPr>
          <p:cNvSpPr>
            <a:spLocks xmlns:a="http://schemas.openxmlformats.org/drawingml/2006/main" noGrp="1"/>
          </p:cNvSpPr>
          <p:nvPr/>
        </p:nvSpPr>
        <p:spPr>
          <a:xfrm xmlns:a="http://schemas.openxmlformats.org/drawingml/2006/main">
            <a:off x="8172450" y="3000375"/>
            <a:ext cx="3143250" cy="1952625"/>
          </a:xfrm>
          <a:prstGeom xmlns:a="http://schemas.openxmlformats.org/drawingml/2006/main" prst="roundRect">
            <a:avLst>
              <a:gd name="adj" fmla="val 3902"/>
            </a:avLst>
          </a:prstGeom>
          <a:solidFill xmlns:a="http://schemas.openxmlformats.org/drawingml/2006/main">
            <a:srgbClr val="FFFFFF">
              <a:alpha val="3137"/>
            </a:srgbClr>
          </a:solidFill>
          <a:ln xmlns:a="http://schemas.openxmlformats.org/drawingml/2006/main" w="19050">
            <a:solidFill>
              <a:srgbClr val="A9D8FF"/>
            </a:solidFill>
            <a:prstDash val="solid"/>
          </a:ln>
        </p:spPr>
      </p:sp>
      <p:sp>
        <p:nvSpPr>
          <p:cNvPr id="39" name="">
            <a:extLst xmlns:a="http://schemas.openxmlformats.org/drawingml/2006/main">
              <a:ext uri="{FF2B5EF4-FFF2-40B4-BE49-F238E27FC236}">
                <a16:creationId xmlns:a16="http://schemas.microsoft.com/office/drawing/2014/main" id="{AFFAB094-BD8D-4D2B-837A-28F55FCC9111}"/>
              </a:ext>
            </a:extLst>
          </p:cNvPr>
          <p:cNvSpPr>
            <a:spLocks xmlns:a="http://schemas.openxmlformats.org/drawingml/2006/main" noGrp="1"/>
          </p:cNvSpPr>
          <p:nvPr/>
        </p:nvSpPr>
        <p:spPr>
          <a:xfrm xmlns:a="http://schemas.openxmlformats.org/drawingml/2006/main">
            <a:off x="8382000" y="3171825"/>
            <a:ext cx="2724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A9D8FF"/>
                </a:solidFill>
                <a:latin typeface="Chalkboard"/>
                <a:ea typeface="Chalkboard"/>
                <a:cs typeface="Chalkboard"/>
              </a:defRPr>
            </a:pPr>
            <a:r>
              <a:rPr sz="1800" b="1">
                <a:solidFill>
                  <a:srgbClr val="A9D8FF"/>
                </a:solidFill>
                <a:latin typeface="Chalkboard"/>
                <a:ea typeface="Chalkboard"/>
                <a:cs typeface="Chalkboard"/>
              </a:rPr>
              <a:t>Extra idea</a:t>
            </a:r>
          </a:p>
        </p:txBody>
      </p:sp>
      <p:sp>
        <p:nvSpPr>
          <p:cNvPr id="40" name="">
            <a:extLst xmlns:a="http://schemas.openxmlformats.org/drawingml/2006/main">
              <a:ext uri="{FF2B5EF4-FFF2-40B4-BE49-F238E27FC236}">
                <a16:creationId xmlns:a16="http://schemas.microsoft.com/office/drawing/2014/main" id="{4697A2AB-C2A5-4126-820F-A522010A9B4F}"/>
              </a:ext>
            </a:extLst>
          </p:cNvPr>
          <p:cNvSpPr>
            <a:spLocks xmlns:a="http://schemas.openxmlformats.org/drawingml/2006/main" noGrp="1"/>
          </p:cNvSpPr>
          <p:nvPr/>
        </p:nvSpPr>
        <p:spPr>
          <a:xfrm xmlns:a="http://schemas.openxmlformats.org/drawingml/2006/main">
            <a:off x="8382000" y="3552825"/>
            <a:ext cx="27241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D9DFC8"/>
                </a:solidFill>
                <a:latin typeface="Chalkboard"/>
                <a:ea typeface="Chalkboard"/>
                <a:cs typeface="Chalkboard"/>
              </a:defRPr>
            </a:pPr>
            <a:r>
              <a:rPr sz="1425" b="0">
                <a:solidFill>
                  <a:srgbClr val="D9DFC8"/>
                </a:solidFill>
                <a:latin typeface="Chalkboard"/>
                <a:ea typeface="Chalkboard"/>
                <a:cs typeface="Chalkboard"/>
              </a:rPr>
              <a:t>Adds a new claim that the passage never asked the evidence to prove.</a:t>
            </a:r>
          </a:p>
        </p:txBody>
      </p:sp>
      <p:sp>
        <p:nvSpPr>
          <p:cNvPr id="41" name="">
            <a:extLst xmlns:a="http://schemas.openxmlformats.org/drawingml/2006/main">
              <a:ext uri="{FF2B5EF4-FFF2-40B4-BE49-F238E27FC236}">
                <a16:creationId xmlns:a16="http://schemas.microsoft.com/office/drawing/2014/main" id="{96BAFA75-AD6F-4F19-8FF4-B6B62F589F24}"/>
              </a:ext>
            </a:extLst>
          </p:cNvPr>
          <p:cNvSpPr>
            <a:spLocks xmlns:a="http://schemas.openxmlformats.org/drawingml/2006/main" noGrp="1"/>
          </p:cNvSpPr>
          <p:nvPr/>
        </p:nvSpPr>
        <p:spPr>
          <a:xfrm xmlns:a="http://schemas.openxmlformats.org/drawingml/2006/main">
            <a:off x="552450" y="6286500"/>
            <a:ext cx="838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0">
                <a:solidFill>
                  <a:srgbClr val="B8C7B4"/>
                </a:solidFill>
                <a:latin typeface="Chalkboard"/>
                <a:ea typeface="Chalkboard"/>
                <a:cs typeface="Chalkboard"/>
              </a:defRPr>
            </a:pPr>
            <a:r>
              <a:rPr sz="825" b="0">
                <a:solidFill>
                  <a:srgbClr val="B8C7B4"/>
                </a:solidFill>
                <a:latin typeface="Chalkboard"/>
                <a:ea typeface="Chalkboard"/>
                <a:cs typeface="Chalkboard"/>
              </a:rPr>
              <a:t>Adapted as a classroom summary from Khan Academy SAT Reading and Writing: Command of Evidence: Textual.</a:t>
            </a:r>
          </a:p>
        </p:txBody>
      </p:sp>
    </p:spTree>
    <p:extLst>
      <p:ext uri="{BB962C8B-B14F-4D97-AF65-F5344CB8AC3E}">
        <p14:creationId xmlns:p14="http://schemas.microsoft.com/office/powerpoint/2010/main" val="68493016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1C200B3-CF73-4DE1-A871-9B28AA6BE78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83B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5F752C-0106-4ADA-AA67-42606B31DEE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000">
              <a:alpha val="0"/>
            </a:srgbClr>
          </a:solidFill>
          <a:ln xmlns:a="http://schemas.openxmlformats.org/drawingml/2006/main" w="57150">
            <a:solidFill>
              <a:srgbClr val="0A1712"/>
            </a:solidFill>
            <a:prstDash val="solid"/>
          </a:ln>
        </p:spPr>
      </p:sp>
      <p:sp>
        <p:nvSpPr>
          <p:cNvPr id="3" name="">
            <a:extLst xmlns:a="http://schemas.openxmlformats.org/drawingml/2006/main">
              <a:ext uri="{FF2B5EF4-FFF2-40B4-BE49-F238E27FC236}">
                <a16:creationId xmlns:a16="http://schemas.microsoft.com/office/drawing/2014/main" id="{7783536E-02E2-42C8-B5EE-C60EE9462AD1}"/>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6EBBD05-5B05-431A-9EFB-B0ACA20EE53F}"/>
              </a:ext>
            </a:extLst>
          </p:cNvPr>
          <p:cNvSpPr>
            <a:spLocks xmlns:a="http://schemas.openxmlformats.org/drawingml/2006/main" noGrp="1"/>
          </p:cNvSpPr>
          <p:nvPr/>
        </p:nvSpPr>
        <p:spPr>
          <a:xfrm xmlns:a="http://schemas.openxmlformats.org/drawingml/2006/main">
            <a:off x="0" y="6629400"/>
            <a:ext cx="12192000" cy="22860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A8DBCFB-80ED-4407-B6A4-44ABD45F9320}"/>
              </a:ext>
            </a:extLst>
          </p:cNvPr>
          <p:cNvSpPr>
            <a:spLocks xmlns:a="http://schemas.openxmlformats.org/drawingml/2006/main" noGrp="1"/>
          </p:cNvSpPr>
          <p:nvPr/>
        </p:nvSpPr>
        <p:spPr>
          <a:xfrm xmlns:a="http://schemas.openxmlformats.org/drawingml/2006/main">
            <a:off x="552450" y="5524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DE3419D-B0DC-4708-8A24-28056CF377E1}"/>
              </a:ext>
            </a:extLst>
          </p:cNvPr>
          <p:cNvSpPr>
            <a:spLocks xmlns:a="http://schemas.openxmlformats.org/drawingml/2006/main" noGrp="1"/>
          </p:cNvSpPr>
          <p:nvPr/>
        </p:nvSpPr>
        <p:spPr>
          <a:xfrm xmlns:a="http://schemas.openxmlformats.org/drawingml/2006/main">
            <a:off x="2200275" y="14763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4DB771B-83AD-4A51-8E82-1BBBED3F2A97}"/>
              </a:ext>
            </a:extLst>
          </p:cNvPr>
          <p:cNvSpPr>
            <a:spLocks xmlns:a="http://schemas.openxmlformats.org/drawingml/2006/main" noGrp="1"/>
          </p:cNvSpPr>
          <p:nvPr/>
        </p:nvSpPr>
        <p:spPr>
          <a:xfrm xmlns:a="http://schemas.openxmlformats.org/drawingml/2006/main">
            <a:off x="3848100" y="240030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0B26A14-025E-409D-BE4F-8AB04DE4F184}"/>
              </a:ext>
            </a:extLst>
          </p:cNvPr>
          <p:cNvSpPr>
            <a:spLocks xmlns:a="http://schemas.openxmlformats.org/drawingml/2006/main" noGrp="1"/>
          </p:cNvSpPr>
          <p:nvPr/>
        </p:nvSpPr>
        <p:spPr>
          <a:xfrm xmlns:a="http://schemas.openxmlformats.org/drawingml/2006/main">
            <a:off x="5495925" y="332422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B180383-6768-499C-A123-2087B39779E8}"/>
              </a:ext>
            </a:extLst>
          </p:cNvPr>
          <p:cNvSpPr>
            <a:spLocks xmlns:a="http://schemas.openxmlformats.org/drawingml/2006/main" noGrp="1"/>
          </p:cNvSpPr>
          <p:nvPr/>
        </p:nvSpPr>
        <p:spPr>
          <a:xfrm xmlns:a="http://schemas.openxmlformats.org/drawingml/2006/main">
            <a:off x="7143750" y="424815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0359C13-0DC0-456A-A8FA-82E51AE19A51}"/>
              </a:ext>
            </a:extLst>
          </p:cNvPr>
          <p:cNvSpPr>
            <a:spLocks xmlns:a="http://schemas.openxmlformats.org/drawingml/2006/main" noGrp="1"/>
          </p:cNvSpPr>
          <p:nvPr/>
        </p:nvSpPr>
        <p:spPr>
          <a:xfrm xmlns:a="http://schemas.openxmlformats.org/drawingml/2006/main">
            <a:off x="8791575" y="517207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6177FB3-2573-4E8B-B170-35C57088964C}"/>
              </a:ext>
            </a:extLst>
          </p:cNvPr>
          <p:cNvSpPr>
            <a:spLocks xmlns:a="http://schemas.openxmlformats.org/drawingml/2006/main" noGrp="1"/>
          </p:cNvSpPr>
          <p:nvPr/>
        </p:nvSpPr>
        <p:spPr>
          <a:xfrm xmlns:a="http://schemas.openxmlformats.org/drawingml/2006/main">
            <a:off x="10439400" y="68580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E38F9F7-FDC8-4C58-8F94-D436BDA44D1B}"/>
              </a:ext>
            </a:extLst>
          </p:cNvPr>
          <p:cNvSpPr>
            <a:spLocks xmlns:a="http://schemas.openxmlformats.org/drawingml/2006/main" noGrp="1"/>
          </p:cNvSpPr>
          <p:nvPr/>
        </p:nvSpPr>
        <p:spPr>
          <a:xfrm xmlns:a="http://schemas.openxmlformats.org/drawingml/2006/main">
            <a:off x="1038225" y="160972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09F8654-0E36-4DD0-A0E2-93590223DBF5}"/>
              </a:ext>
            </a:extLst>
          </p:cNvPr>
          <p:cNvSpPr>
            <a:spLocks xmlns:a="http://schemas.openxmlformats.org/drawingml/2006/main" noGrp="1"/>
          </p:cNvSpPr>
          <p:nvPr/>
        </p:nvSpPr>
        <p:spPr>
          <a:xfrm xmlns:a="http://schemas.openxmlformats.org/drawingml/2006/main">
            <a:off x="2686050" y="253365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8E2E76E-F2AF-46EE-BC1D-4C7E3693519D}"/>
              </a:ext>
            </a:extLst>
          </p:cNvPr>
          <p:cNvSpPr>
            <a:spLocks xmlns:a="http://schemas.openxmlformats.org/drawingml/2006/main" noGrp="1"/>
          </p:cNvSpPr>
          <p:nvPr/>
        </p:nvSpPr>
        <p:spPr>
          <a:xfrm xmlns:a="http://schemas.openxmlformats.org/drawingml/2006/main">
            <a:off x="4333875" y="345757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63C1EDB-AD95-4E59-B428-C10212E4DBC2}"/>
              </a:ext>
            </a:extLst>
          </p:cNvPr>
          <p:cNvSpPr>
            <a:spLocks xmlns:a="http://schemas.openxmlformats.org/drawingml/2006/main" noGrp="1"/>
          </p:cNvSpPr>
          <p:nvPr/>
        </p:nvSpPr>
        <p:spPr>
          <a:xfrm xmlns:a="http://schemas.openxmlformats.org/drawingml/2006/main">
            <a:off x="5981700" y="438150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8DF1C71-3D22-4035-8492-C74718DF2E4D}"/>
              </a:ext>
            </a:extLst>
          </p:cNvPr>
          <p:cNvSpPr>
            <a:spLocks xmlns:a="http://schemas.openxmlformats.org/drawingml/2006/main" noGrp="1"/>
          </p:cNvSpPr>
          <p:nvPr/>
        </p:nvSpPr>
        <p:spPr>
          <a:xfrm xmlns:a="http://schemas.openxmlformats.org/drawingml/2006/main">
            <a:off x="7629525" y="530542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20FAE80-0407-4548-8BE2-F53E0EA6A45D}"/>
              </a:ext>
            </a:extLst>
          </p:cNvPr>
          <p:cNvSpPr>
            <a:spLocks xmlns:a="http://schemas.openxmlformats.org/drawingml/2006/main" noGrp="1"/>
          </p:cNvSpPr>
          <p:nvPr/>
        </p:nvSpPr>
        <p:spPr>
          <a:xfrm xmlns:a="http://schemas.openxmlformats.org/drawingml/2006/main">
            <a:off x="9277350" y="81915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9FAED65-E251-4A85-9B4C-F6D44E23AEC6}"/>
              </a:ext>
            </a:extLst>
          </p:cNvPr>
          <p:cNvSpPr>
            <a:spLocks xmlns:a="http://schemas.openxmlformats.org/drawingml/2006/main" noGrp="1"/>
          </p:cNvSpPr>
          <p:nvPr/>
        </p:nvSpPr>
        <p:spPr>
          <a:xfrm xmlns:a="http://schemas.openxmlformats.org/drawingml/2006/main">
            <a:off x="10925175" y="174307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17556A4-11C2-4872-8911-6157EF3B3405}"/>
              </a:ext>
            </a:extLst>
          </p:cNvPr>
          <p:cNvSpPr>
            <a:spLocks xmlns:a="http://schemas.openxmlformats.org/drawingml/2006/main" noGrp="1"/>
          </p:cNvSpPr>
          <p:nvPr/>
        </p:nvSpPr>
        <p:spPr>
          <a:xfrm xmlns:a="http://schemas.openxmlformats.org/drawingml/2006/main">
            <a:off x="1524000" y="266700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357CB0B-74B6-4CAC-93B6-60B72ECF79D2}"/>
              </a:ext>
            </a:extLst>
          </p:cNvPr>
          <p:cNvSpPr>
            <a:spLocks xmlns:a="http://schemas.openxmlformats.org/drawingml/2006/main" noGrp="1"/>
          </p:cNvSpPr>
          <p:nvPr/>
        </p:nvSpPr>
        <p:spPr>
          <a:xfrm xmlns:a="http://schemas.openxmlformats.org/drawingml/2006/main">
            <a:off x="3171825" y="359092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7E76043-DA12-48BF-AFD6-C9006C26C3B4}"/>
              </a:ext>
            </a:extLst>
          </p:cNvPr>
          <p:cNvSpPr>
            <a:spLocks xmlns:a="http://schemas.openxmlformats.org/drawingml/2006/main" noGrp="1"/>
          </p:cNvSpPr>
          <p:nvPr/>
        </p:nvSpPr>
        <p:spPr>
          <a:xfrm xmlns:a="http://schemas.openxmlformats.org/drawingml/2006/main">
            <a:off x="4819650" y="451485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3F5CFD4-D5BD-4F33-83E4-3290CE39B379}"/>
              </a:ext>
            </a:extLst>
          </p:cNvPr>
          <p:cNvSpPr>
            <a:spLocks xmlns:a="http://schemas.openxmlformats.org/drawingml/2006/main" noGrp="1"/>
          </p:cNvSpPr>
          <p:nvPr/>
        </p:nvSpPr>
        <p:spPr>
          <a:xfrm xmlns:a="http://schemas.openxmlformats.org/drawingml/2006/main">
            <a:off x="6467475" y="543877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8EA14D8-FE60-4DE9-8FEC-79045B33F2B4}"/>
              </a:ext>
            </a:extLst>
          </p:cNvPr>
          <p:cNvSpPr>
            <a:spLocks xmlns:a="http://schemas.openxmlformats.org/drawingml/2006/main" noGrp="1"/>
          </p:cNvSpPr>
          <p:nvPr/>
        </p:nvSpPr>
        <p:spPr>
          <a:xfrm xmlns:a="http://schemas.openxmlformats.org/drawingml/2006/main">
            <a:off x="8115300" y="95250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635572E-8201-46DD-8790-7EC1E574419D}"/>
              </a:ext>
            </a:extLst>
          </p:cNvPr>
          <p:cNvSpPr>
            <a:spLocks xmlns:a="http://schemas.openxmlformats.org/drawingml/2006/main" noGrp="1"/>
          </p:cNvSpPr>
          <p:nvPr/>
        </p:nvSpPr>
        <p:spPr>
          <a:xfrm xmlns:a="http://schemas.openxmlformats.org/drawingml/2006/main">
            <a:off x="9763125" y="187642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7F98619-E325-4C96-B992-AA00884CD46A}"/>
              </a:ext>
            </a:extLst>
          </p:cNvPr>
          <p:cNvSpPr>
            <a:spLocks xmlns:a="http://schemas.openxmlformats.org/drawingml/2006/main" noGrp="1"/>
          </p:cNvSpPr>
          <p:nvPr/>
        </p:nvSpPr>
        <p:spPr>
          <a:xfrm xmlns:a="http://schemas.openxmlformats.org/drawingml/2006/main">
            <a:off x="11410950" y="28003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64C5B33-CA35-47D4-8DF9-816E45986796}"/>
              </a:ext>
            </a:extLst>
          </p:cNvPr>
          <p:cNvSpPr>
            <a:spLocks xmlns:a="http://schemas.openxmlformats.org/drawingml/2006/main" noGrp="1"/>
          </p:cNvSpPr>
          <p:nvPr/>
        </p:nvSpPr>
        <p:spPr>
          <a:xfrm xmlns:a="http://schemas.openxmlformats.org/drawingml/2006/main">
            <a:off x="2009775" y="37242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EDBE7BBF-62E7-403E-909F-F6E130A73BBB}"/>
              </a:ext>
            </a:extLst>
          </p:cNvPr>
          <p:cNvSpPr>
            <a:spLocks xmlns:a="http://schemas.openxmlformats.org/drawingml/2006/main" noGrp="1"/>
          </p:cNvSpPr>
          <p:nvPr/>
        </p:nvSpPr>
        <p:spPr>
          <a:xfrm xmlns:a="http://schemas.openxmlformats.org/drawingml/2006/main">
            <a:off x="552450" y="4000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D9DFC8"/>
                </a:solidFill>
                <a:latin typeface="Chalkboard"/>
                <a:ea typeface="Chalkboard"/>
                <a:cs typeface="Chalkboard"/>
              </a:defRPr>
            </a:pPr>
            <a:r>
              <a:rPr sz="1125" b="1">
                <a:solidFill>
                  <a:srgbClr val="D9DFC8"/>
                </a:solidFill>
                <a:latin typeface="Chalkboard"/>
                <a:ea typeface="Chalkboard"/>
                <a:cs typeface="Chalkboard"/>
              </a:rPr>
              <a:t>FOUNDATIONS PRACTICE</a:t>
            </a:r>
          </a:p>
        </p:txBody>
      </p:sp>
      <p:sp>
        <p:nvSpPr>
          <p:cNvPr id="28" name="">
            <a:extLst xmlns:a="http://schemas.openxmlformats.org/drawingml/2006/main">
              <a:ext uri="{FF2B5EF4-FFF2-40B4-BE49-F238E27FC236}">
                <a16:creationId xmlns:a16="http://schemas.microsoft.com/office/drawing/2014/main" id="{3522E150-1BD5-4EE4-9423-260F8B4511E5}"/>
              </a:ext>
            </a:extLst>
          </p:cNvPr>
          <p:cNvSpPr>
            <a:spLocks xmlns:a="http://schemas.openxmlformats.org/drawingml/2006/main" noGrp="1"/>
          </p:cNvSpPr>
          <p:nvPr/>
        </p:nvSpPr>
        <p:spPr>
          <a:xfrm xmlns:a="http://schemas.openxmlformats.org/drawingml/2006/main">
            <a:off x="11001375" y="6191250"/>
            <a:ext cx="60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1650" b="1">
                <a:solidFill>
                  <a:srgbClr val="D9DFC8"/>
                </a:solidFill>
                <a:latin typeface="Chalkboard"/>
                <a:ea typeface="Chalkboard"/>
                <a:cs typeface="Chalkboard"/>
              </a:defRPr>
            </a:pPr>
            <a:r>
              <a:rPr sz="1650" b="1">
                <a:solidFill>
                  <a:srgbClr val="D9DFC8"/>
                </a:solidFill>
                <a:latin typeface="Chalkboard"/>
                <a:ea typeface="Chalkboard"/>
                <a:cs typeface="Chalkboard"/>
              </a:rPr>
              <a:t>12</a:t>
            </a:r>
          </a:p>
        </p:txBody>
      </p:sp>
      <p:sp>
        <p:nvSpPr>
          <p:cNvPr id="29" name="">
            <a:extLst xmlns:a="http://schemas.openxmlformats.org/drawingml/2006/main">
              <a:ext uri="{FF2B5EF4-FFF2-40B4-BE49-F238E27FC236}">
                <a16:creationId xmlns:a16="http://schemas.microsoft.com/office/drawing/2014/main" id="{B3A8FC65-FDFF-4133-90E5-FC5AE373FE0B}"/>
              </a:ext>
            </a:extLst>
          </p:cNvPr>
          <p:cNvSpPr>
            <a:spLocks xmlns:a="http://schemas.openxmlformats.org/drawingml/2006/main" noGrp="1"/>
          </p:cNvSpPr>
          <p:nvPr/>
        </p:nvSpPr>
        <p:spPr>
          <a:xfrm xmlns:a="http://schemas.openxmlformats.org/drawingml/2006/main">
            <a:off x="685800" y="904875"/>
            <a:ext cx="8572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3750" b="1">
                <a:solidFill>
                  <a:srgbClr val="F5F0DD"/>
                </a:solidFill>
                <a:latin typeface="Chalkboard"/>
                <a:ea typeface="Chalkboard"/>
                <a:cs typeface="Chalkboard"/>
              </a:defRPr>
            </a:pPr>
            <a:r>
              <a:rPr sz="3750" b="1">
                <a:solidFill>
                  <a:srgbClr val="F5F0DD"/>
                </a:solidFill>
                <a:latin typeface="Chalkboard"/>
                <a:ea typeface="Chalkboard"/>
                <a:cs typeface="Chalkboard"/>
              </a:rPr>
              <a:t>Practice 1: Controlled Fear</a:t>
            </a:r>
          </a:p>
        </p:txBody>
      </p:sp>
      <p:sp>
        <p:nvSpPr>
          <p:cNvPr id="30" name="">
            <a:extLst xmlns:a="http://schemas.openxmlformats.org/drawingml/2006/main">
              <a:ext uri="{FF2B5EF4-FFF2-40B4-BE49-F238E27FC236}">
                <a16:creationId xmlns:a16="http://schemas.microsoft.com/office/drawing/2014/main" id="{BF396827-D6A6-4311-BB92-4663C2368D2F}"/>
              </a:ext>
            </a:extLst>
          </p:cNvPr>
          <p:cNvSpPr>
            <a:spLocks xmlns:a="http://schemas.openxmlformats.org/drawingml/2006/main" noGrp="1"/>
          </p:cNvSpPr>
          <p:nvPr/>
        </p:nvSpPr>
        <p:spPr>
          <a:xfrm xmlns:a="http://schemas.openxmlformats.org/drawingml/2006/main">
            <a:off x="704850" y="2176463"/>
            <a:ext cx="9105900" cy="28575"/>
          </a:xfrm>
          <a:prstGeom xmlns:a="http://schemas.openxmlformats.org/drawingml/2006/main" prst="rect">
            <a:avLst/>
          </a:prstGeom>
          <a:solidFill xmlns:a="http://schemas.openxmlformats.org/drawingml/2006/main">
            <a:srgbClr val="F2D46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8412FC82-E81C-431A-8C63-790C096E8385}"/>
              </a:ext>
            </a:extLst>
          </p:cNvPr>
          <p:cNvSpPr>
            <a:spLocks xmlns:a="http://schemas.openxmlformats.org/drawingml/2006/main" noGrp="1"/>
          </p:cNvSpPr>
          <p:nvPr/>
        </p:nvSpPr>
        <p:spPr>
          <a:xfrm xmlns:a="http://schemas.openxmlformats.org/drawingml/2006/main">
            <a:off x="723900" y="2362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D9DFC8"/>
                </a:solidFill>
                <a:latin typeface="Chalkboard"/>
                <a:ea typeface="Chalkboard"/>
                <a:cs typeface="Chalkboard"/>
              </a:defRPr>
            </a:pPr>
            <a:r>
              <a:rPr sz="1350" b="0">
                <a:solidFill>
                  <a:srgbClr val="D9DFC8"/>
                </a:solidFill>
                <a:latin typeface="Chalkboard"/>
                <a:ea typeface="Chalkboard"/>
                <a:cs typeface="Chalkboard"/>
              </a:rPr>
              <a:t>Question 1 of 4 from the lesson practice set.</a:t>
            </a:r>
          </a:p>
        </p:txBody>
      </p:sp>
      <p:sp>
        <p:nvSpPr>
          <p:cNvPr id="32" name="">
            <a:extLst xmlns:a="http://schemas.openxmlformats.org/drawingml/2006/main">
              <a:ext uri="{FF2B5EF4-FFF2-40B4-BE49-F238E27FC236}">
                <a16:creationId xmlns:a16="http://schemas.microsoft.com/office/drawing/2014/main" id="{19763C33-6109-47B7-975A-D1CA15EDD9BF}"/>
              </a:ext>
            </a:extLst>
          </p:cNvPr>
          <p:cNvSpPr>
            <a:spLocks xmlns:a="http://schemas.openxmlformats.org/drawingml/2006/main" noGrp="1"/>
          </p:cNvSpPr>
          <p:nvPr/>
        </p:nvSpPr>
        <p:spPr>
          <a:xfrm xmlns:a="http://schemas.openxmlformats.org/drawingml/2006/main">
            <a:off x="723900" y="2686050"/>
            <a:ext cx="990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5F0DD"/>
                </a:solidFill>
                <a:latin typeface="Chalkboard"/>
                <a:ea typeface="Chalkboard"/>
                <a:cs typeface="Chalkboard"/>
              </a:defRPr>
            </a:pPr>
            <a:r>
              <a:rPr sz="1200" b="0">
                <a:solidFill>
                  <a:srgbClr val="F5F0DD"/>
                </a:solidFill>
                <a:latin typeface="Chalkboard"/>
                <a:ea typeface="Chalkboard"/>
                <a:cs typeface="Chalkboard"/>
              </a:rPr>
              <a:t>A researcher conducted an experiment inspired by studies suggesting that people may benefit from feeling frightened in controlled circumstances, such as scary movies or haunted attractions. Participants walked through a local haunted house and then completed a survey. Based on the responses, the researcher claims that feeling frightened in controlled situations can boost a person's mood and confidence.</a:t>
            </a:r>
          </a:p>
          <a:p xmlns:a="http://schemas.openxmlformats.org/drawingml/2006/main">
            <a:r>
              <a:t/>
            </a:r>
          </a:p>
          <a:p xmlns:a="http://schemas.openxmlformats.org/drawingml/2006/main">
            <a:pPr algn="l">
              <a:defRPr sz="1200" b="0">
                <a:solidFill>
                  <a:srgbClr val="F5F0DD"/>
                </a:solidFill>
                <a:latin typeface="Chalkboard"/>
                <a:ea typeface="Chalkboard"/>
                <a:cs typeface="Chalkboard"/>
              </a:defRPr>
            </a:pPr>
            <a:r>
              <a:rPr sz="1200" b="0">
                <a:solidFill>
                  <a:srgbClr val="F5F0DD"/>
                </a:solidFill>
                <a:latin typeface="Chalkboard"/>
                <a:ea typeface="Chalkboard"/>
                <a:cs typeface="Chalkboard"/>
              </a:rPr>
              <a:t>Which quotation from a participant would best illustrate the researcher's claim?</a:t>
            </a:r>
          </a:p>
        </p:txBody>
      </p:sp>
      <p:sp>
        <p:nvSpPr>
          <p:cNvPr id="33" name="">
            <a:extLst xmlns:a="http://schemas.openxmlformats.org/drawingml/2006/main">
              <a:ext uri="{FF2B5EF4-FFF2-40B4-BE49-F238E27FC236}">
                <a16:creationId xmlns:a16="http://schemas.microsoft.com/office/drawing/2014/main" id="{818725D3-4286-4A7A-A73B-756DD632C1E2}"/>
              </a:ext>
            </a:extLst>
          </p:cNvPr>
          <p:cNvSpPr>
            <a:spLocks xmlns:a="http://schemas.openxmlformats.org/drawingml/2006/main" noGrp="1"/>
          </p:cNvSpPr>
          <p:nvPr/>
        </p:nvSpPr>
        <p:spPr>
          <a:xfrm xmlns:a="http://schemas.openxmlformats.org/drawingml/2006/main">
            <a:off x="723900" y="4000500"/>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F29B91"/>
            </a:solidFill>
            <a:prstDash val="solid"/>
          </a:ln>
        </p:spPr>
      </p:sp>
      <p:sp>
        <p:nvSpPr>
          <p:cNvPr id="34" name="">
            <a:extLst xmlns:a="http://schemas.openxmlformats.org/drawingml/2006/main">
              <a:ext uri="{FF2B5EF4-FFF2-40B4-BE49-F238E27FC236}">
                <a16:creationId xmlns:a16="http://schemas.microsoft.com/office/drawing/2014/main" id="{45C1D8B3-D40E-4A47-AC7C-F8E9FC6692ED}"/>
              </a:ext>
            </a:extLst>
          </p:cNvPr>
          <p:cNvSpPr>
            <a:spLocks xmlns:a="http://schemas.openxmlformats.org/drawingml/2006/main" noGrp="1"/>
          </p:cNvSpPr>
          <p:nvPr/>
        </p:nvSpPr>
        <p:spPr>
          <a:xfrm xmlns:a="http://schemas.openxmlformats.org/drawingml/2006/main">
            <a:off x="723900" y="408622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29B91"/>
                </a:solidFill>
                <a:latin typeface="Chalkboard"/>
                <a:ea typeface="Chalkboard"/>
                <a:cs typeface="Chalkboard"/>
              </a:defRPr>
            </a:pPr>
            <a:r>
              <a:rPr sz="1275" b="1">
                <a:solidFill>
                  <a:srgbClr val="F29B91"/>
                </a:solidFill>
                <a:latin typeface="Chalkboard"/>
                <a:ea typeface="Chalkboard"/>
                <a:cs typeface="Chalkboard"/>
              </a:rPr>
              <a:t>A</a:t>
            </a:r>
          </a:p>
        </p:txBody>
      </p:sp>
      <p:sp>
        <p:nvSpPr>
          <p:cNvPr id="35" name="">
            <a:extLst xmlns:a="http://schemas.openxmlformats.org/drawingml/2006/main">
              <a:ext uri="{FF2B5EF4-FFF2-40B4-BE49-F238E27FC236}">
                <a16:creationId xmlns:a16="http://schemas.microsoft.com/office/drawing/2014/main" id="{EC5ECC85-B0C2-4660-A948-CC1A24E9F09C}"/>
              </a:ext>
            </a:extLst>
          </p:cNvPr>
          <p:cNvSpPr>
            <a:spLocks xmlns:a="http://schemas.openxmlformats.org/drawingml/2006/main" noGrp="1"/>
          </p:cNvSpPr>
          <p:nvPr/>
        </p:nvSpPr>
        <p:spPr>
          <a:xfrm xmlns:a="http://schemas.openxmlformats.org/drawingml/2006/main">
            <a:off x="1276350" y="401955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5F0DD"/>
                </a:solidFill>
                <a:latin typeface="Chalkboard"/>
                <a:ea typeface="Chalkboard"/>
                <a:cs typeface="Chalkboard"/>
              </a:defRPr>
            </a:pPr>
            <a:r>
              <a:rPr sz="1200" b="0">
                <a:solidFill>
                  <a:srgbClr val="F5F0DD"/>
                </a:solidFill>
                <a:latin typeface="Chalkboard"/>
                <a:ea typeface="Chalkboard"/>
                <a:cs typeface="Chalkboard"/>
              </a:rPr>
              <a:t>"My friends kept laughing as we were walking through the haunted house."</a:t>
            </a:r>
          </a:p>
        </p:txBody>
      </p:sp>
      <p:sp>
        <p:nvSpPr>
          <p:cNvPr id="36" name="">
            <a:extLst xmlns:a="http://schemas.openxmlformats.org/drawingml/2006/main">
              <a:ext uri="{FF2B5EF4-FFF2-40B4-BE49-F238E27FC236}">
                <a16:creationId xmlns:a16="http://schemas.microsoft.com/office/drawing/2014/main" id="{33D9B765-34C2-4F9A-9712-0FC452C07A12}"/>
              </a:ext>
            </a:extLst>
          </p:cNvPr>
          <p:cNvSpPr>
            <a:spLocks xmlns:a="http://schemas.openxmlformats.org/drawingml/2006/main" noGrp="1"/>
          </p:cNvSpPr>
          <p:nvPr/>
        </p:nvSpPr>
        <p:spPr>
          <a:xfrm xmlns:a="http://schemas.openxmlformats.org/drawingml/2006/main">
            <a:off x="6334125" y="4000500"/>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9FE3B4"/>
            </a:solidFill>
            <a:prstDash val="solid"/>
          </a:ln>
        </p:spPr>
      </p:sp>
      <p:sp>
        <p:nvSpPr>
          <p:cNvPr id="37" name="">
            <a:extLst xmlns:a="http://schemas.openxmlformats.org/drawingml/2006/main">
              <a:ext uri="{FF2B5EF4-FFF2-40B4-BE49-F238E27FC236}">
                <a16:creationId xmlns:a16="http://schemas.microsoft.com/office/drawing/2014/main" id="{92450EC9-E9FB-4C53-B4CD-D4F8E90CECEE}"/>
              </a:ext>
            </a:extLst>
          </p:cNvPr>
          <p:cNvSpPr>
            <a:spLocks xmlns:a="http://schemas.openxmlformats.org/drawingml/2006/main" noGrp="1"/>
          </p:cNvSpPr>
          <p:nvPr/>
        </p:nvSpPr>
        <p:spPr>
          <a:xfrm xmlns:a="http://schemas.openxmlformats.org/drawingml/2006/main">
            <a:off x="6334125" y="408622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9FE3B4"/>
                </a:solidFill>
                <a:latin typeface="Chalkboard"/>
                <a:ea typeface="Chalkboard"/>
                <a:cs typeface="Chalkboard"/>
              </a:defRPr>
            </a:pPr>
            <a:r>
              <a:rPr sz="1275" b="1">
                <a:solidFill>
                  <a:srgbClr val="9FE3B4"/>
                </a:solidFill>
                <a:latin typeface="Chalkboard"/>
                <a:ea typeface="Chalkboard"/>
                <a:cs typeface="Chalkboard"/>
              </a:rPr>
              <a:t>B</a:t>
            </a:r>
          </a:p>
        </p:txBody>
      </p:sp>
      <p:sp>
        <p:nvSpPr>
          <p:cNvPr id="38" name="">
            <a:extLst xmlns:a="http://schemas.openxmlformats.org/drawingml/2006/main">
              <a:ext uri="{FF2B5EF4-FFF2-40B4-BE49-F238E27FC236}">
                <a16:creationId xmlns:a16="http://schemas.microsoft.com/office/drawing/2014/main" id="{39E2F9A0-2227-42B5-B9AF-80BDA4A45C8C}"/>
              </a:ext>
            </a:extLst>
          </p:cNvPr>
          <p:cNvSpPr>
            <a:spLocks xmlns:a="http://schemas.openxmlformats.org/drawingml/2006/main" noGrp="1"/>
          </p:cNvSpPr>
          <p:nvPr/>
        </p:nvSpPr>
        <p:spPr>
          <a:xfrm xmlns:a="http://schemas.openxmlformats.org/drawingml/2006/main">
            <a:off x="6886575" y="401955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5F0DD"/>
                </a:solidFill>
                <a:latin typeface="Chalkboard"/>
                <a:ea typeface="Chalkboard"/>
                <a:cs typeface="Chalkboard"/>
              </a:defRPr>
            </a:pPr>
            <a:r>
              <a:rPr sz="1200" b="0">
                <a:solidFill>
                  <a:srgbClr val="F5F0DD"/>
                </a:solidFill>
                <a:latin typeface="Chalkboard"/>
                <a:ea typeface="Chalkboard"/>
                <a:cs typeface="Chalkboard"/>
              </a:rPr>
              <a:t>"The haunted house was scary at first, but I knew everyone was just acting, so I felt less scared after a few minutes."</a:t>
            </a:r>
          </a:p>
        </p:txBody>
      </p:sp>
      <p:sp>
        <p:nvSpPr>
          <p:cNvPr id="39" name="">
            <a:extLst xmlns:a="http://schemas.openxmlformats.org/drawingml/2006/main">
              <a:ext uri="{FF2B5EF4-FFF2-40B4-BE49-F238E27FC236}">
                <a16:creationId xmlns:a16="http://schemas.microsoft.com/office/drawing/2014/main" id="{A5EB4AF2-C94E-4D52-84B6-D2171A2AAB33}"/>
              </a:ext>
            </a:extLst>
          </p:cNvPr>
          <p:cNvSpPr>
            <a:spLocks xmlns:a="http://schemas.openxmlformats.org/drawingml/2006/main" noGrp="1"/>
          </p:cNvSpPr>
          <p:nvPr/>
        </p:nvSpPr>
        <p:spPr>
          <a:xfrm xmlns:a="http://schemas.openxmlformats.org/drawingml/2006/main">
            <a:off x="723900" y="4781550"/>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F2D46B"/>
            </a:solidFill>
            <a:prstDash val="solid"/>
          </a:ln>
        </p:spPr>
      </p:sp>
      <p:sp>
        <p:nvSpPr>
          <p:cNvPr id="40" name="">
            <a:extLst xmlns:a="http://schemas.openxmlformats.org/drawingml/2006/main">
              <a:ext uri="{FF2B5EF4-FFF2-40B4-BE49-F238E27FC236}">
                <a16:creationId xmlns:a16="http://schemas.microsoft.com/office/drawing/2014/main" id="{254D8674-92D9-437E-8CBC-2B594E8E2B8B}"/>
              </a:ext>
            </a:extLst>
          </p:cNvPr>
          <p:cNvSpPr>
            <a:spLocks xmlns:a="http://schemas.openxmlformats.org/drawingml/2006/main" noGrp="1"/>
          </p:cNvSpPr>
          <p:nvPr/>
        </p:nvSpPr>
        <p:spPr>
          <a:xfrm xmlns:a="http://schemas.openxmlformats.org/drawingml/2006/main">
            <a:off x="723900" y="48672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2D46B"/>
                </a:solidFill>
                <a:latin typeface="Chalkboard"/>
                <a:ea typeface="Chalkboard"/>
                <a:cs typeface="Chalkboard"/>
              </a:defRPr>
            </a:pPr>
            <a:r>
              <a:rPr sz="1275" b="1">
                <a:solidFill>
                  <a:srgbClr val="F2D46B"/>
                </a:solidFill>
                <a:latin typeface="Chalkboard"/>
                <a:ea typeface="Chalkboard"/>
                <a:cs typeface="Chalkboard"/>
              </a:rPr>
              <a:t>C</a:t>
            </a:r>
          </a:p>
        </p:txBody>
      </p:sp>
      <p:sp>
        <p:nvSpPr>
          <p:cNvPr id="41" name="">
            <a:extLst xmlns:a="http://schemas.openxmlformats.org/drawingml/2006/main">
              <a:ext uri="{FF2B5EF4-FFF2-40B4-BE49-F238E27FC236}">
                <a16:creationId xmlns:a16="http://schemas.microsoft.com/office/drawing/2014/main" id="{F68814C1-D04C-4667-AC41-84251C93D134}"/>
              </a:ext>
            </a:extLst>
          </p:cNvPr>
          <p:cNvSpPr>
            <a:spLocks xmlns:a="http://schemas.openxmlformats.org/drawingml/2006/main" noGrp="1"/>
          </p:cNvSpPr>
          <p:nvPr/>
        </p:nvSpPr>
        <p:spPr>
          <a:xfrm xmlns:a="http://schemas.openxmlformats.org/drawingml/2006/main">
            <a:off x="1276350" y="48006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5F0DD"/>
                </a:solidFill>
                <a:latin typeface="Chalkboard"/>
                <a:ea typeface="Chalkboard"/>
                <a:cs typeface="Chalkboard"/>
              </a:defRPr>
            </a:pPr>
            <a:r>
              <a:rPr sz="1200" b="0">
                <a:solidFill>
                  <a:srgbClr val="F5F0DD"/>
                </a:solidFill>
                <a:latin typeface="Chalkboard"/>
                <a:ea typeface="Chalkboard"/>
                <a:cs typeface="Chalkboard"/>
              </a:rPr>
              <a:t>"The sense of relief I felt at the end of the haunted house was similar to the feelings I have when I finish a scary movie."</a:t>
            </a:r>
          </a:p>
        </p:txBody>
      </p:sp>
      <p:sp>
        <p:nvSpPr>
          <p:cNvPr id="42" name="">
            <a:extLst xmlns:a="http://schemas.openxmlformats.org/drawingml/2006/main">
              <a:ext uri="{FF2B5EF4-FFF2-40B4-BE49-F238E27FC236}">
                <a16:creationId xmlns:a16="http://schemas.microsoft.com/office/drawing/2014/main" id="{5813B7FF-DF62-4499-9E82-A266E8CA55D7}"/>
              </a:ext>
            </a:extLst>
          </p:cNvPr>
          <p:cNvSpPr>
            <a:spLocks xmlns:a="http://schemas.openxmlformats.org/drawingml/2006/main" noGrp="1"/>
          </p:cNvSpPr>
          <p:nvPr/>
        </p:nvSpPr>
        <p:spPr>
          <a:xfrm xmlns:a="http://schemas.openxmlformats.org/drawingml/2006/main">
            <a:off x="6334125" y="4781550"/>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A9D8FF"/>
            </a:solidFill>
            <a:prstDash val="solid"/>
          </a:ln>
        </p:spPr>
      </p:sp>
      <p:sp>
        <p:nvSpPr>
          <p:cNvPr id="43" name="">
            <a:extLst xmlns:a="http://schemas.openxmlformats.org/drawingml/2006/main">
              <a:ext uri="{FF2B5EF4-FFF2-40B4-BE49-F238E27FC236}">
                <a16:creationId xmlns:a16="http://schemas.microsoft.com/office/drawing/2014/main" id="{23616100-009C-41D8-8719-C0C40A8F6517}"/>
              </a:ext>
            </a:extLst>
          </p:cNvPr>
          <p:cNvSpPr>
            <a:spLocks xmlns:a="http://schemas.openxmlformats.org/drawingml/2006/main" noGrp="1"/>
          </p:cNvSpPr>
          <p:nvPr/>
        </p:nvSpPr>
        <p:spPr>
          <a:xfrm xmlns:a="http://schemas.openxmlformats.org/drawingml/2006/main">
            <a:off x="6334125" y="48672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A9D8FF"/>
                </a:solidFill>
                <a:latin typeface="Chalkboard"/>
                <a:ea typeface="Chalkboard"/>
                <a:cs typeface="Chalkboard"/>
              </a:defRPr>
            </a:pPr>
            <a:r>
              <a:rPr sz="1275" b="1">
                <a:solidFill>
                  <a:srgbClr val="A9D8FF"/>
                </a:solidFill>
                <a:latin typeface="Chalkboard"/>
                <a:ea typeface="Chalkboard"/>
                <a:cs typeface="Chalkboard"/>
              </a:rPr>
              <a:t>D</a:t>
            </a:r>
          </a:p>
        </p:txBody>
      </p:sp>
      <p:sp>
        <p:nvSpPr>
          <p:cNvPr id="44" name="">
            <a:extLst xmlns:a="http://schemas.openxmlformats.org/drawingml/2006/main">
              <a:ext uri="{FF2B5EF4-FFF2-40B4-BE49-F238E27FC236}">
                <a16:creationId xmlns:a16="http://schemas.microsoft.com/office/drawing/2014/main" id="{73133C68-B784-413F-A813-590B9F84F0DD}"/>
              </a:ext>
            </a:extLst>
          </p:cNvPr>
          <p:cNvSpPr>
            <a:spLocks xmlns:a="http://schemas.openxmlformats.org/drawingml/2006/main" noGrp="1"/>
          </p:cNvSpPr>
          <p:nvPr/>
        </p:nvSpPr>
        <p:spPr>
          <a:xfrm xmlns:a="http://schemas.openxmlformats.org/drawingml/2006/main">
            <a:off x="6886575" y="48006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5F0DD"/>
                </a:solidFill>
                <a:latin typeface="Chalkboard"/>
                <a:ea typeface="Chalkboard"/>
                <a:cs typeface="Chalkboard"/>
              </a:defRPr>
            </a:pPr>
            <a:r>
              <a:rPr sz="1200" b="0">
                <a:solidFill>
                  <a:srgbClr val="F5F0DD"/>
                </a:solidFill>
                <a:latin typeface="Chalkboard"/>
                <a:ea typeface="Chalkboard"/>
                <a:cs typeface="Chalkboard"/>
              </a:rPr>
              <a:t>"After I came out of the haunted house, I felt very accomplished and less stressed."</a:t>
            </a:r>
          </a:p>
        </p:txBody>
      </p:sp>
      <p:sp>
        <p:nvSpPr>
          <p:cNvPr id="45" name="">
            <a:extLst xmlns:a="http://schemas.openxmlformats.org/drawingml/2006/main">
              <a:ext uri="{FF2B5EF4-FFF2-40B4-BE49-F238E27FC236}">
                <a16:creationId xmlns:a16="http://schemas.microsoft.com/office/drawing/2014/main" id="{72096693-CE24-4750-A254-12EB1BCDE9AC}"/>
              </a:ext>
            </a:extLst>
          </p:cNvPr>
          <p:cNvSpPr>
            <a:spLocks xmlns:a="http://schemas.openxmlformats.org/drawingml/2006/main" noGrp="1"/>
          </p:cNvSpPr>
          <p:nvPr/>
        </p:nvSpPr>
        <p:spPr>
          <a:xfrm xmlns:a="http://schemas.openxmlformats.org/drawingml/2006/main">
            <a:off x="5000625" y="5810250"/>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183B2B"/>
                </a:solidFill>
                <a:latin typeface="Chalkboard"/>
                <a:ea typeface="Chalkboard"/>
                <a:cs typeface="Chalkboard"/>
              </a:defRPr>
            </a:pPr>
            <a:r>
              <a:rPr sz="2400" b="1">
                <a:solidFill>
                  <a:srgbClr val="183B2B"/>
                </a:solidFill>
                <a:latin typeface="Chalkboard"/>
                <a:ea typeface="Chalkboard"/>
                <a:cs typeface="Chalkboard"/>
              </a:rPr>
              <a:t>Answer: D</a:t>
            </a:r>
          </a:p>
        </p:txBody>
      </p:sp>
      <p:sp>
        <p:nvSpPr>
          <p:cNvPr id="46" name="">
            <a:extLst xmlns:a="http://schemas.openxmlformats.org/drawingml/2006/main">
              <a:ext uri="{FF2B5EF4-FFF2-40B4-BE49-F238E27FC236}">
                <a16:creationId xmlns:a16="http://schemas.microsoft.com/office/drawing/2014/main" id="{21D9F2B4-2D04-4447-A2F6-14B4D6F53EF3}"/>
              </a:ext>
            </a:extLst>
          </p:cNvPr>
          <p:cNvSpPr>
            <a:spLocks xmlns:a="http://schemas.openxmlformats.org/drawingml/2006/main" noGrp="1"/>
          </p:cNvSpPr>
          <p:nvPr/>
        </p:nvSpPr>
        <p:spPr>
          <a:xfrm xmlns:a="http://schemas.openxmlformats.org/drawingml/2006/main">
            <a:off x="552450" y="6286500"/>
            <a:ext cx="838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0">
                <a:solidFill>
                  <a:srgbClr val="B8C7B4"/>
                </a:solidFill>
                <a:latin typeface="Chalkboard"/>
                <a:ea typeface="Chalkboard"/>
                <a:cs typeface="Chalkboard"/>
              </a:defRPr>
            </a:pPr>
            <a:r>
              <a:rPr sz="825" b="0">
                <a:solidFill>
                  <a:srgbClr val="B8C7B4"/>
                </a:solidFill>
                <a:latin typeface="Chalkboard"/>
                <a:ea typeface="Chalkboard"/>
                <a:cs typeface="Chalkboard"/>
              </a:rPr>
              <a:t>Adapted as a classroom summary from Khan Academy SAT Reading and Writing: Command of Evidence: Textual.</a:t>
            </a:r>
          </a:p>
        </p:txBody>
      </p:sp>
    </p:spTree>
    <p:extLst>
      <p:ext uri="{BB962C8B-B14F-4D97-AF65-F5344CB8AC3E}">
        <p14:creationId xmlns:p14="http://schemas.microsoft.com/office/powerpoint/2010/main" val="92148427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7A86182-AFF7-4720-94B1-03E911EE7C6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83B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A0DCD66-558F-4C4E-98C0-87E3BDE471B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000">
              <a:alpha val="0"/>
            </a:srgbClr>
          </a:solidFill>
          <a:ln xmlns:a="http://schemas.openxmlformats.org/drawingml/2006/main" w="57150">
            <a:solidFill>
              <a:srgbClr val="0A1712"/>
            </a:solidFill>
            <a:prstDash val="solid"/>
          </a:ln>
        </p:spPr>
      </p:sp>
      <p:sp>
        <p:nvSpPr>
          <p:cNvPr id="3" name="">
            <a:extLst xmlns:a="http://schemas.openxmlformats.org/drawingml/2006/main">
              <a:ext uri="{FF2B5EF4-FFF2-40B4-BE49-F238E27FC236}">
                <a16:creationId xmlns:a16="http://schemas.microsoft.com/office/drawing/2014/main" id="{0E1AC041-8F64-4FC9-8DBA-90244D23FDF6}"/>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20C9320-E704-4A08-824B-3A4E7DCA0AD1}"/>
              </a:ext>
            </a:extLst>
          </p:cNvPr>
          <p:cNvSpPr>
            <a:spLocks xmlns:a="http://schemas.openxmlformats.org/drawingml/2006/main" noGrp="1"/>
          </p:cNvSpPr>
          <p:nvPr/>
        </p:nvSpPr>
        <p:spPr>
          <a:xfrm xmlns:a="http://schemas.openxmlformats.org/drawingml/2006/main">
            <a:off x="0" y="6629400"/>
            <a:ext cx="12192000" cy="22860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1E7A9CE-741B-4CEB-8CC2-BBA035762E00}"/>
              </a:ext>
            </a:extLst>
          </p:cNvPr>
          <p:cNvSpPr>
            <a:spLocks xmlns:a="http://schemas.openxmlformats.org/drawingml/2006/main" noGrp="1"/>
          </p:cNvSpPr>
          <p:nvPr/>
        </p:nvSpPr>
        <p:spPr>
          <a:xfrm xmlns:a="http://schemas.openxmlformats.org/drawingml/2006/main">
            <a:off x="552450" y="5524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DE2BB86-635A-4A9F-9FC4-45E25ED6F904}"/>
              </a:ext>
            </a:extLst>
          </p:cNvPr>
          <p:cNvSpPr>
            <a:spLocks xmlns:a="http://schemas.openxmlformats.org/drawingml/2006/main" noGrp="1"/>
          </p:cNvSpPr>
          <p:nvPr/>
        </p:nvSpPr>
        <p:spPr>
          <a:xfrm xmlns:a="http://schemas.openxmlformats.org/drawingml/2006/main">
            <a:off x="2200275" y="14763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ABB4559-4C8E-4F8E-B240-36FA1E95C0C9}"/>
              </a:ext>
            </a:extLst>
          </p:cNvPr>
          <p:cNvSpPr>
            <a:spLocks xmlns:a="http://schemas.openxmlformats.org/drawingml/2006/main" noGrp="1"/>
          </p:cNvSpPr>
          <p:nvPr/>
        </p:nvSpPr>
        <p:spPr>
          <a:xfrm xmlns:a="http://schemas.openxmlformats.org/drawingml/2006/main">
            <a:off x="3848100" y="240030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CD00739-C08A-46AB-AC71-26461174DA25}"/>
              </a:ext>
            </a:extLst>
          </p:cNvPr>
          <p:cNvSpPr>
            <a:spLocks xmlns:a="http://schemas.openxmlformats.org/drawingml/2006/main" noGrp="1"/>
          </p:cNvSpPr>
          <p:nvPr/>
        </p:nvSpPr>
        <p:spPr>
          <a:xfrm xmlns:a="http://schemas.openxmlformats.org/drawingml/2006/main">
            <a:off x="5495925" y="332422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159A01C-02BC-4B5C-955C-3FEF917EF49A}"/>
              </a:ext>
            </a:extLst>
          </p:cNvPr>
          <p:cNvSpPr>
            <a:spLocks xmlns:a="http://schemas.openxmlformats.org/drawingml/2006/main" noGrp="1"/>
          </p:cNvSpPr>
          <p:nvPr/>
        </p:nvSpPr>
        <p:spPr>
          <a:xfrm xmlns:a="http://schemas.openxmlformats.org/drawingml/2006/main">
            <a:off x="7143750" y="424815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70D414A-5E51-47EF-81CA-5B39AE0BAEF8}"/>
              </a:ext>
            </a:extLst>
          </p:cNvPr>
          <p:cNvSpPr>
            <a:spLocks xmlns:a="http://schemas.openxmlformats.org/drawingml/2006/main" noGrp="1"/>
          </p:cNvSpPr>
          <p:nvPr/>
        </p:nvSpPr>
        <p:spPr>
          <a:xfrm xmlns:a="http://schemas.openxmlformats.org/drawingml/2006/main">
            <a:off x="8791575" y="517207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13E573E-A9F1-4EB4-93CD-0F8FE2201FC0}"/>
              </a:ext>
            </a:extLst>
          </p:cNvPr>
          <p:cNvSpPr>
            <a:spLocks xmlns:a="http://schemas.openxmlformats.org/drawingml/2006/main" noGrp="1"/>
          </p:cNvSpPr>
          <p:nvPr/>
        </p:nvSpPr>
        <p:spPr>
          <a:xfrm xmlns:a="http://schemas.openxmlformats.org/drawingml/2006/main">
            <a:off x="10439400" y="68580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4B50F85-F5FE-4FA9-819A-80917D6922AA}"/>
              </a:ext>
            </a:extLst>
          </p:cNvPr>
          <p:cNvSpPr>
            <a:spLocks xmlns:a="http://schemas.openxmlformats.org/drawingml/2006/main" noGrp="1"/>
          </p:cNvSpPr>
          <p:nvPr/>
        </p:nvSpPr>
        <p:spPr>
          <a:xfrm xmlns:a="http://schemas.openxmlformats.org/drawingml/2006/main">
            <a:off x="1038225" y="160972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82AD24D-F337-4E72-BA92-B06915CB14FA}"/>
              </a:ext>
            </a:extLst>
          </p:cNvPr>
          <p:cNvSpPr>
            <a:spLocks xmlns:a="http://schemas.openxmlformats.org/drawingml/2006/main" noGrp="1"/>
          </p:cNvSpPr>
          <p:nvPr/>
        </p:nvSpPr>
        <p:spPr>
          <a:xfrm xmlns:a="http://schemas.openxmlformats.org/drawingml/2006/main">
            <a:off x="2686050" y="253365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5806DE1-47DC-4E13-A407-891EEE6C894C}"/>
              </a:ext>
            </a:extLst>
          </p:cNvPr>
          <p:cNvSpPr>
            <a:spLocks xmlns:a="http://schemas.openxmlformats.org/drawingml/2006/main" noGrp="1"/>
          </p:cNvSpPr>
          <p:nvPr/>
        </p:nvSpPr>
        <p:spPr>
          <a:xfrm xmlns:a="http://schemas.openxmlformats.org/drawingml/2006/main">
            <a:off x="4333875" y="345757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511112F-FD47-4ACA-AC50-F5AA51C0A424}"/>
              </a:ext>
            </a:extLst>
          </p:cNvPr>
          <p:cNvSpPr>
            <a:spLocks xmlns:a="http://schemas.openxmlformats.org/drawingml/2006/main" noGrp="1"/>
          </p:cNvSpPr>
          <p:nvPr/>
        </p:nvSpPr>
        <p:spPr>
          <a:xfrm xmlns:a="http://schemas.openxmlformats.org/drawingml/2006/main">
            <a:off x="5981700" y="438150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BFE619D-1783-4D0E-9FB9-45BC70946293}"/>
              </a:ext>
            </a:extLst>
          </p:cNvPr>
          <p:cNvSpPr>
            <a:spLocks xmlns:a="http://schemas.openxmlformats.org/drawingml/2006/main" noGrp="1"/>
          </p:cNvSpPr>
          <p:nvPr/>
        </p:nvSpPr>
        <p:spPr>
          <a:xfrm xmlns:a="http://schemas.openxmlformats.org/drawingml/2006/main">
            <a:off x="7629525" y="530542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D190D85-16CF-41C3-B377-FBFB4CC64F9A}"/>
              </a:ext>
            </a:extLst>
          </p:cNvPr>
          <p:cNvSpPr>
            <a:spLocks xmlns:a="http://schemas.openxmlformats.org/drawingml/2006/main" noGrp="1"/>
          </p:cNvSpPr>
          <p:nvPr/>
        </p:nvSpPr>
        <p:spPr>
          <a:xfrm xmlns:a="http://schemas.openxmlformats.org/drawingml/2006/main">
            <a:off x="9277350" y="81915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DEA6BCA-8FE6-460F-A29B-569A28D89B68}"/>
              </a:ext>
            </a:extLst>
          </p:cNvPr>
          <p:cNvSpPr>
            <a:spLocks xmlns:a="http://schemas.openxmlformats.org/drawingml/2006/main" noGrp="1"/>
          </p:cNvSpPr>
          <p:nvPr/>
        </p:nvSpPr>
        <p:spPr>
          <a:xfrm xmlns:a="http://schemas.openxmlformats.org/drawingml/2006/main">
            <a:off x="10925175" y="174307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079EBDD-C8F5-4B75-8AB5-232E200EE879}"/>
              </a:ext>
            </a:extLst>
          </p:cNvPr>
          <p:cNvSpPr>
            <a:spLocks xmlns:a="http://schemas.openxmlformats.org/drawingml/2006/main" noGrp="1"/>
          </p:cNvSpPr>
          <p:nvPr/>
        </p:nvSpPr>
        <p:spPr>
          <a:xfrm xmlns:a="http://schemas.openxmlformats.org/drawingml/2006/main">
            <a:off x="1524000" y="266700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8B2D435-5DF6-4374-8F6C-5EC875A5850D}"/>
              </a:ext>
            </a:extLst>
          </p:cNvPr>
          <p:cNvSpPr>
            <a:spLocks xmlns:a="http://schemas.openxmlformats.org/drawingml/2006/main" noGrp="1"/>
          </p:cNvSpPr>
          <p:nvPr/>
        </p:nvSpPr>
        <p:spPr>
          <a:xfrm xmlns:a="http://schemas.openxmlformats.org/drawingml/2006/main">
            <a:off x="3171825" y="359092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2CDD74F-4F6C-4656-8E3F-CD0DD79C4883}"/>
              </a:ext>
            </a:extLst>
          </p:cNvPr>
          <p:cNvSpPr>
            <a:spLocks xmlns:a="http://schemas.openxmlformats.org/drawingml/2006/main" noGrp="1"/>
          </p:cNvSpPr>
          <p:nvPr/>
        </p:nvSpPr>
        <p:spPr>
          <a:xfrm xmlns:a="http://schemas.openxmlformats.org/drawingml/2006/main">
            <a:off x="4819650" y="451485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5F988D1-723F-4FE2-B1BA-C2A573B70B71}"/>
              </a:ext>
            </a:extLst>
          </p:cNvPr>
          <p:cNvSpPr>
            <a:spLocks xmlns:a="http://schemas.openxmlformats.org/drawingml/2006/main" noGrp="1"/>
          </p:cNvSpPr>
          <p:nvPr/>
        </p:nvSpPr>
        <p:spPr>
          <a:xfrm xmlns:a="http://schemas.openxmlformats.org/drawingml/2006/main">
            <a:off x="6467475" y="543877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9F61D74-3613-47A8-A4A4-9C5288978588}"/>
              </a:ext>
            </a:extLst>
          </p:cNvPr>
          <p:cNvSpPr>
            <a:spLocks xmlns:a="http://schemas.openxmlformats.org/drawingml/2006/main" noGrp="1"/>
          </p:cNvSpPr>
          <p:nvPr/>
        </p:nvSpPr>
        <p:spPr>
          <a:xfrm xmlns:a="http://schemas.openxmlformats.org/drawingml/2006/main">
            <a:off x="8115300" y="95250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39E5FC7-A6F7-4001-A031-18BF3A6E8D35}"/>
              </a:ext>
            </a:extLst>
          </p:cNvPr>
          <p:cNvSpPr>
            <a:spLocks xmlns:a="http://schemas.openxmlformats.org/drawingml/2006/main" noGrp="1"/>
          </p:cNvSpPr>
          <p:nvPr/>
        </p:nvSpPr>
        <p:spPr>
          <a:xfrm xmlns:a="http://schemas.openxmlformats.org/drawingml/2006/main">
            <a:off x="9763125" y="187642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08B6D5F-6E93-4875-B5C5-9E3D4E7399F6}"/>
              </a:ext>
            </a:extLst>
          </p:cNvPr>
          <p:cNvSpPr>
            <a:spLocks xmlns:a="http://schemas.openxmlformats.org/drawingml/2006/main" noGrp="1"/>
          </p:cNvSpPr>
          <p:nvPr/>
        </p:nvSpPr>
        <p:spPr>
          <a:xfrm xmlns:a="http://schemas.openxmlformats.org/drawingml/2006/main">
            <a:off x="11410950" y="28003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E925DCD-5F1F-4CF0-AC25-A842CC181C37}"/>
              </a:ext>
            </a:extLst>
          </p:cNvPr>
          <p:cNvSpPr>
            <a:spLocks xmlns:a="http://schemas.openxmlformats.org/drawingml/2006/main" noGrp="1"/>
          </p:cNvSpPr>
          <p:nvPr/>
        </p:nvSpPr>
        <p:spPr>
          <a:xfrm xmlns:a="http://schemas.openxmlformats.org/drawingml/2006/main">
            <a:off x="2009775" y="37242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0C266F61-934C-4FB3-A093-4ED9864D5DE9}"/>
              </a:ext>
            </a:extLst>
          </p:cNvPr>
          <p:cNvSpPr>
            <a:spLocks xmlns:a="http://schemas.openxmlformats.org/drawingml/2006/main" noGrp="1"/>
          </p:cNvSpPr>
          <p:nvPr/>
        </p:nvSpPr>
        <p:spPr>
          <a:xfrm xmlns:a="http://schemas.openxmlformats.org/drawingml/2006/main">
            <a:off x="552450" y="4000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D9DFC8"/>
                </a:solidFill>
                <a:latin typeface="Chalkboard"/>
                <a:ea typeface="Chalkboard"/>
                <a:cs typeface="Chalkboard"/>
              </a:defRPr>
            </a:pPr>
            <a:r>
              <a:rPr sz="1125" b="1">
                <a:solidFill>
                  <a:srgbClr val="D9DFC8"/>
                </a:solidFill>
                <a:latin typeface="Chalkboard"/>
                <a:ea typeface="Chalkboard"/>
                <a:cs typeface="Chalkboard"/>
              </a:rPr>
              <a:t>FOUNDATIONS PRACTICE</a:t>
            </a:r>
          </a:p>
        </p:txBody>
      </p:sp>
      <p:sp>
        <p:nvSpPr>
          <p:cNvPr id="28" name="">
            <a:extLst xmlns:a="http://schemas.openxmlformats.org/drawingml/2006/main">
              <a:ext uri="{FF2B5EF4-FFF2-40B4-BE49-F238E27FC236}">
                <a16:creationId xmlns:a16="http://schemas.microsoft.com/office/drawing/2014/main" id="{3B39B136-E6DB-4872-9FD6-9708A4797281}"/>
              </a:ext>
            </a:extLst>
          </p:cNvPr>
          <p:cNvSpPr>
            <a:spLocks xmlns:a="http://schemas.openxmlformats.org/drawingml/2006/main" noGrp="1"/>
          </p:cNvSpPr>
          <p:nvPr/>
        </p:nvSpPr>
        <p:spPr>
          <a:xfrm xmlns:a="http://schemas.openxmlformats.org/drawingml/2006/main">
            <a:off x="11001375" y="6191250"/>
            <a:ext cx="60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1650" b="1">
                <a:solidFill>
                  <a:srgbClr val="D9DFC8"/>
                </a:solidFill>
                <a:latin typeface="Chalkboard"/>
                <a:ea typeface="Chalkboard"/>
                <a:cs typeface="Chalkboard"/>
              </a:defRPr>
            </a:pPr>
            <a:r>
              <a:rPr sz="1650" b="1">
                <a:solidFill>
                  <a:srgbClr val="D9DFC8"/>
                </a:solidFill>
                <a:latin typeface="Chalkboard"/>
                <a:ea typeface="Chalkboard"/>
                <a:cs typeface="Chalkboard"/>
              </a:rPr>
              <a:t>13</a:t>
            </a:r>
          </a:p>
        </p:txBody>
      </p:sp>
      <p:sp>
        <p:nvSpPr>
          <p:cNvPr id="29" name="">
            <a:extLst xmlns:a="http://schemas.openxmlformats.org/drawingml/2006/main">
              <a:ext uri="{FF2B5EF4-FFF2-40B4-BE49-F238E27FC236}">
                <a16:creationId xmlns:a16="http://schemas.microsoft.com/office/drawing/2014/main" id="{3278D770-75F5-4D28-8E9B-81B1889143FB}"/>
              </a:ext>
            </a:extLst>
          </p:cNvPr>
          <p:cNvSpPr>
            <a:spLocks xmlns:a="http://schemas.openxmlformats.org/drawingml/2006/main" noGrp="1"/>
          </p:cNvSpPr>
          <p:nvPr/>
        </p:nvSpPr>
        <p:spPr>
          <a:xfrm xmlns:a="http://schemas.openxmlformats.org/drawingml/2006/main">
            <a:off x="685800" y="904875"/>
            <a:ext cx="8572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3750" b="1">
                <a:solidFill>
                  <a:srgbClr val="F5F0DD"/>
                </a:solidFill>
                <a:latin typeface="Chalkboard"/>
                <a:ea typeface="Chalkboard"/>
                <a:cs typeface="Chalkboard"/>
              </a:defRPr>
            </a:pPr>
            <a:r>
              <a:rPr sz="3750" b="1">
                <a:solidFill>
                  <a:srgbClr val="F5F0DD"/>
                </a:solidFill>
                <a:latin typeface="Chalkboard"/>
                <a:ea typeface="Chalkboard"/>
                <a:cs typeface="Chalkboard"/>
              </a:rPr>
              <a:t>Practice 2: Literary Evidence</a:t>
            </a:r>
          </a:p>
        </p:txBody>
      </p:sp>
      <p:sp>
        <p:nvSpPr>
          <p:cNvPr id="30" name="">
            <a:extLst xmlns:a="http://schemas.openxmlformats.org/drawingml/2006/main">
              <a:ext uri="{FF2B5EF4-FFF2-40B4-BE49-F238E27FC236}">
                <a16:creationId xmlns:a16="http://schemas.microsoft.com/office/drawing/2014/main" id="{6DB9E5B2-F3C5-4948-90D7-74F0F3746D27}"/>
              </a:ext>
            </a:extLst>
          </p:cNvPr>
          <p:cNvSpPr>
            <a:spLocks xmlns:a="http://schemas.openxmlformats.org/drawingml/2006/main" noGrp="1"/>
          </p:cNvSpPr>
          <p:nvPr/>
        </p:nvSpPr>
        <p:spPr>
          <a:xfrm xmlns:a="http://schemas.openxmlformats.org/drawingml/2006/main">
            <a:off x="704850" y="2176463"/>
            <a:ext cx="9105900" cy="28575"/>
          </a:xfrm>
          <a:prstGeom xmlns:a="http://schemas.openxmlformats.org/drawingml/2006/main" prst="rect">
            <a:avLst/>
          </a:prstGeom>
          <a:solidFill xmlns:a="http://schemas.openxmlformats.org/drawingml/2006/main">
            <a:srgbClr val="F2D46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B4EE778F-CE1D-4212-BBDD-3607F7BE3012}"/>
              </a:ext>
            </a:extLst>
          </p:cNvPr>
          <p:cNvSpPr>
            <a:spLocks xmlns:a="http://schemas.openxmlformats.org/drawingml/2006/main" noGrp="1"/>
          </p:cNvSpPr>
          <p:nvPr/>
        </p:nvSpPr>
        <p:spPr>
          <a:xfrm xmlns:a="http://schemas.openxmlformats.org/drawingml/2006/main">
            <a:off x="723900" y="2362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D9DFC8"/>
                </a:solidFill>
                <a:latin typeface="Chalkboard"/>
                <a:ea typeface="Chalkboard"/>
                <a:cs typeface="Chalkboard"/>
              </a:defRPr>
            </a:pPr>
            <a:r>
              <a:rPr sz="1350" b="0">
                <a:solidFill>
                  <a:srgbClr val="D9DFC8"/>
                </a:solidFill>
                <a:latin typeface="Chalkboard"/>
                <a:ea typeface="Chalkboard"/>
                <a:cs typeface="Chalkboard"/>
              </a:rPr>
              <a:t>Question 2 of 4 from the lesson practice set.</a:t>
            </a:r>
          </a:p>
        </p:txBody>
      </p:sp>
      <p:sp>
        <p:nvSpPr>
          <p:cNvPr id="32" name="">
            <a:extLst xmlns:a="http://schemas.openxmlformats.org/drawingml/2006/main">
              <a:ext uri="{FF2B5EF4-FFF2-40B4-BE49-F238E27FC236}">
                <a16:creationId xmlns:a16="http://schemas.microsoft.com/office/drawing/2014/main" id="{1A3DE682-34D8-4032-BEF8-95D3BFA8AEB3}"/>
              </a:ext>
            </a:extLst>
          </p:cNvPr>
          <p:cNvSpPr>
            <a:spLocks xmlns:a="http://schemas.openxmlformats.org/drawingml/2006/main" noGrp="1"/>
          </p:cNvSpPr>
          <p:nvPr/>
        </p:nvSpPr>
        <p:spPr>
          <a:xfrm xmlns:a="http://schemas.openxmlformats.org/drawingml/2006/main">
            <a:off x="723900" y="2686050"/>
            <a:ext cx="990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5F0DD"/>
                </a:solidFill>
                <a:latin typeface="Chalkboard"/>
                <a:ea typeface="Chalkboard"/>
                <a:cs typeface="Chalkboard"/>
              </a:defRPr>
            </a:pPr>
            <a:r>
              <a:rPr sz="1350" b="0">
                <a:solidFill>
                  <a:srgbClr val="F5F0DD"/>
                </a:solidFill>
                <a:latin typeface="Chalkboard"/>
                <a:ea typeface="Chalkboard"/>
                <a:cs typeface="Chalkboard"/>
              </a:rPr>
              <a:t>"The Rock and the Sea" is an 1893 poem by Charlotte Perkins Gilman. In the poem, a rock is portrayed as intending to confront and restrain the sea: ______</a:t>
            </a:r>
          </a:p>
          <a:p xmlns:a="http://schemas.openxmlformats.org/drawingml/2006/main">
            <a:r>
              <a:t/>
            </a:r>
          </a:p>
          <a:p xmlns:a="http://schemas.openxmlformats.org/drawingml/2006/main">
            <a:pPr algn="l">
              <a:defRPr sz="1350" b="0">
                <a:solidFill>
                  <a:srgbClr val="F5F0DD"/>
                </a:solidFill>
                <a:latin typeface="Chalkboard"/>
                <a:ea typeface="Chalkboard"/>
                <a:cs typeface="Chalkboard"/>
              </a:defRPr>
            </a:pPr>
            <a:r>
              <a:rPr sz="1350" b="0">
                <a:solidFill>
                  <a:srgbClr val="F5F0DD"/>
                </a:solidFill>
                <a:latin typeface="Chalkboard"/>
                <a:ea typeface="Chalkboard"/>
                <a:cs typeface="Chalkboard"/>
              </a:rPr>
              <a:t>Which quotation from "The Rock and the Sea" most effectively illustrates the claim?</a:t>
            </a:r>
          </a:p>
        </p:txBody>
      </p:sp>
      <p:sp>
        <p:nvSpPr>
          <p:cNvPr id="33" name="">
            <a:extLst xmlns:a="http://schemas.openxmlformats.org/drawingml/2006/main">
              <a:ext uri="{FF2B5EF4-FFF2-40B4-BE49-F238E27FC236}">
                <a16:creationId xmlns:a16="http://schemas.microsoft.com/office/drawing/2014/main" id="{05994667-DC23-43CA-941E-E005EF835687}"/>
              </a:ext>
            </a:extLst>
          </p:cNvPr>
          <p:cNvSpPr>
            <a:spLocks xmlns:a="http://schemas.openxmlformats.org/drawingml/2006/main" noGrp="1"/>
          </p:cNvSpPr>
          <p:nvPr/>
        </p:nvSpPr>
        <p:spPr>
          <a:xfrm xmlns:a="http://schemas.openxmlformats.org/drawingml/2006/main">
            <a:off x="723900" y="4000500"/>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F29B91"/>
            </a:solidFill>
            <a:prstDash val="solid"/>
          </a:ln>
        </p:spPr>
      </p:sp>
      <p:sp>
        <p:nvSpPr>
          <p:cNvPr id="34" name="">
            <a:extLst xmlns:a="http://schemas.openxmlformats.org/drawingml/2006/main">
              <a:ext uri="{FF2B5EF4-FFF2-40B4-BE49-F238E27FC236}">
                <a16:creationId xmlns:a16="http://schemas.microsoft.com/office/drawing/2014/main" id="{4AF44F70-7968-40CC-905C-14C58505C03E}"/>
              </a:ext>
            </a:extLst>
          </p:cNvPr>
          <p:cNvSpPr>
            <a:spLocks xmlns:a="http://schemas.openxmlformats.org/drawingml/2006/main" noGrp="1"/>
          </p:cNvSpPr>
          <p:nvPr/>
        </p:nvSpPr>
        <p:spPr>
          <a:xfrm xmlns:a="http://schemas.openxmlformats.org/drawingml/2006/main">
            <a:off x="723900" y="408622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29B91"/>
                </a:solidFill>
                <a:latin typeface="Chalkboard"/>
                <a:ea typeface="Chalkboard"/>
                <a:cs typeface="Chalkboard"/>
              </a:defRPr>
            </a:pPr>
            <a:r>
              <a:rPr sz="1275" b="1">
                <a:solidFill>
                  <a:srgbClr val="F29B91"/>
                </a:solidFill>
                <a:latin typeface="Chalkboard"/>
                <a:ea typeface="Chalkboard"/>
                <a:cs typeface="Chalkboard"/>
              </a:rPr>
              <a:t>A</a:t>
            </a:r>
          </a:p>
        </p:txBody>
      </p:sp>
      <p:sp>
        <p:nvSpPr>
          <p:cNvPr id="35" name="">
            <a:extLst xmlns:a="http://schemas.openxmlformats.org/drawingml/2006/main">
              <a:ext uri="{FF2B5EF4-FFF2-40B4-BE49-F238E27FC236}">
                <a16:creationId xmlns:a16="http://schemas.microsoft.com/office/drawing/2014/main" id="{4479AD20-24E2-43A7-9253-04561EDEF7BF}"/>
              </a:ext>
            </a:extLst>
          </p:cNvPr>
          <p:cNvSpPr>
            <a:spLocks xmlns:a="http://schemas.openxmlformats.org/drawingml/2006/main" noGrp="1"/>
          </p:cNvSpPr>
          <p:nvPr/>
        </p:nvSpPr>
        <p:spPr>
          <a:xfrm xmlns:a="http://schemas.openxmlformats.org/drawingml/2006/main">
            <a:off x="1276350" y="401955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F5F0DD"/>
                </a:solidFill>
                <a:latin typeface="Chalkboard"/>
                <a:ea typeface="Chalkboard"/>
                <a:cs typeface="Chalkboard"/>
              </a:defRPr>
            </a:pPr>
            <a:r>
              <a:rPr sz="975" b="0">
                <a:solidFill>
                  <a:srgbClr val="F5F0DD"/>
                </a:solidFill>
                <a:latin typeface="Chalkboard"/>
                <a:ea typeface="Chalkboard"/>
                <a:cs typeface="Chalkboard"/>
              </a:rPr>
              <a:t>"I am the Rock. Black midnight falls; / The terrible breakers rise like walls; / With curling lips and gleaming teeth / They plunge and tear at my bones beneath."</a:t>
            </a:r>
          </a:p>
        </p:txBody>
      </p:sp>
      <p:sp>
        <p:nvSpPr>
          <p:cNvPr id="36" name="">
            <a:extLst xmlns:a="http://schemas.openxmlformats.org/drawingml/2006/main">
              <a:ext uri="{FF2B5EF4-FFF2-40B4-BE49-F238E27FC236}">
                <a16:creationId xmlns:a16="http://schemas.microsoft.com/office/drawing/2014/main" id="{B5E4B34C-46DD-484C-ADE6-0844F14C9283}"/>
              </a:ext>
            </a:extLst>
          </p:cNvPr>
          <p:cNvSpPr>
            <a:spLocks xmlns:a="http://schemas.openxmlformats.org/drawingml/2006/main" noGrp="1"/>
          </p:cNvSpPr>
          <p:nvPr/>
        </p:nvSpPr>
        <p:spPr>
          <a:xfrm xmlns:a="http://schemas.openxmlformats.org/drawingml/2006/main">
            <a:off x="6334125" y="4000500"/>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9FE3B4"/>
            </a:solidFill>
            <a:prstDash val="solid"/>
          </a:ln>
        </p:spPr>
      </p:sp>
      <p:sp>
        <p:nvSpPr>
          <p:cNvPr id="37" name="">
            <a:extLst xmlns:a="http://schemas.openxmlformats.org/drawingml/2006/main">
              <a:ext uri="{FF2B5EF4-FFF2-40B4-BE49-F238E27FC236}">
                <a16:creationId xmlns:a16="http://schemas.microsoft.com/office/drawing/2014/main" id="{F1C0DFBE-D15A-423C-83F0-691F82353096}"/>
              </a:ext>
            </a:extLst>
          </p:cNvPr>
          <p:cNvSpPr>
            <a:spLocks xmlns:a="http://schemas.openxmlformats.org/drawingml/2006/main" noGrp="1"/>
          </p:cNvSpPr>
          <p:nvPr/>
        </p:nvSpPr>
        <p:spPr>
          <a:xfrm xmlns:a="http://schemas.openxmlformats.org/drawingml/2006/main">
            <a:off x="6334125" y="408622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9FE3B4"/>
                </a:solidFill>
                <a:latin typeface="Chalkboard"/>
                <a:ea typeface="Chalkboard"/>
                <a:cs typeface="Chalkboard"/>
              </a:defRPr>
            </a:pPr>
            <a:r>
              <a:rPr sz="1275" b="1">
                <a:solidFill>
                  <a:srgbClr val="9FE3B4"/>
                </a:solidFill>
                <a:latin typeface="Chalkboard"/>
                <a:ea typeface="Chalkboard"/>
                <a:cs typeface="Chalkboard"/>
              </a:rPr>
              <a:t>B</a:t>
            </a:r>
          </a:p>
        </p:txBody>
      </p:sp>
      <p:sp>
        <p:nvSpPr>
          <p:cNvPr id="38" name="">
            <a:extLst xmlns:a="http://schemas.openxmlformats.org/drawingml/2006/main">
              <a:ext uri="{FF2B5EF4-FFF2-40B4-BE49-F238E27FC236}">
                <a16:creationId xmlns:a16="http://schemas.microsoft.com/office/drawing/2014/main" id="{5508771D-FE45-4B55-9CD5-BE2D6ECFDFB2}"/>
              </a:ext>
            </a:extLst>
          </p:cNvPr>
          <p:cNvSpPr>
            <a:spLocks xmlns:a="http://schemas.openxmlformats.org/drawingml/2006/main" noGrp="1"/>
          </p:cNvSpPr>
          <p:nvPr/>
        </p:nvSpPr>
        <p:spPr>
          <a:xfrm xmlns:a="http://schemas.openxmlformats.org/drawingml/2006/main">
            <a:off x="6886575" y="401955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F5F0DD"/>
                </a:solidFill>
                <a:latin typeface="Chalkboard"/>
                <a:ea typeface="Chalkboard"/>
                <a:cs typeface="Chalkboard"/>
              </a:defRPr>
            </a:pPr>
            <a:r>
              <a:rPr sz="975" b="0">
                <a:solidFill>
                  <a:srgbClr val="F5F0DD"/>
                </a:solidFill>
                <a:latin typeface="Chalkboard"/>
                <a:ea typeface="Chalkboard"/>
                <a:cs typeface="Chalkboard"/>
              </a:rPr>
              <a:t>"I am the Sea. The earth I sway; / Granite to me is potter's clay; / Under the touch of my careless waves / It rises in turrets and sinks in caves."</a:t>
            </a:r>
          </a:p>
        </p:txBody>
      </p:sp>
      <p:sp>
        <p:nvSpPr>
          <p:cNvPr id="39" name="">
            <a:extLst xmlns:a="http://schemas.openxmlformats.org/drawingml/2006/main">
              <a:ext uri="{FF2B5EF4-FFF2-40B4-BE49-F238E27FC236}">
                <a16:creationId xmlns:a16="http://schemas.microsoft.com/office/drawing/2014/main" id="{A5F6F395-7E9D-437A-AFDE-B5CF376FE7E2}"/>
              </a:ext>
            </a:extLst>
          </p:cNvPr>
          <p:cNvSpPr>
            <a:spLocks xmlns:a="http://schemas.openxmlformats.org/drawingml/2006/main" noGrp="1"/>
          </p:cNvSpPr>
          <p:nvPr/>
        </p:nvSpPr>
        <p:spPr>
          <a:xfrm xmlns:a="http://schemas.openxmlformats.org/drawingml/2006/main">
            <a:off x="723900" y="4781550"/>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F2D46B"/>
            </a:solidFill>
            <a:prstDash val="solid"/>
          </a:ln>
        </p:spPr>
      </p:sp>
      <p:sp>
        <p:nvSpPr>
          <p:cNvPr id="40" name="">
            <a:extLst xmlns:a="http://schemas.openxmlformats.org/drawingml/2006/main">
              <a:ext uri="{FF2B5EF4-FFF2-40B4-BE49-F238E27FC236}">
                <a16:creationId xmlns:a16="http://schemas.microsoft.com/office/drawing/2014/main" id="{2F6CF71D-83CC-4EB5-B465-43501F8DB2F5}"/>
              </a:ext>
            </a:extLst>
          </p:cNvPr>
          <p:cNvSpPr>
            <a:spLocks xmlns:a="http://schemas.openxmlformats.org/drawingml/2006/main" noGrp="1"/>
          </p:cNvSpPr>
          <p:nvPr/>
        </p:nvSpPr>
        <p:spPr>
          <a:xfrm xmlns:a="http://schemas.openxmlformats.org/drawingml/2006/main">
            <a:off x="723900" y="48672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2D46B"/>
                </a:solidFill>
                <a:latin typeface="Chalkboard"/>
                <a:ea typeface="Chalkboard"/>
                <a:cs typeface="Chalkboard"/>
              </a:defRPr>
            </a:pPr>
            <a:r>
              <a:rPr sz="1275" b="1">
                <a:solidFill>
                  <a:srgbClr val="F2D46B"/>
                </a:solidFill>
                <a:latin typeface="Chalkboard"/>
                <a:ea typeface="Chalkboard"/>
                <a:cs typeface="Chalkboard"/>
              </a:rPr>
              <a:t>C</a:t>
            </a:r>
          </a:p>
        </p:txBody>
      </p:sp>
      <p:sp>
        <p:nvSpPr>
          <p:cNvPr id="41" name="">
            <a:extLst xmlns:a="http://schemas.openxmlformats.org/drawingml/2006/main">
              <a:ext uri="{FF2B5EF4-FFF2-40B4-BE49-F238E27FC236}">
                <a16:creationId xmlns:a16="http://schemas.microsoft.com/office/drawing/2014/main" id="{031FCE3B-D5EF-4D46-A40A-6146AA0F6D10}"/>
              </a:ext>
            </a:extLst>
          </p:cNvPr>
          <p:cNvSpPr>
            <a:spLocks xmlns:a="http://schemas.openxmlformats.org/drawingml/2006/main" noGrp="1"/>
          </p:cNvSpPr>
          <p:nvPr/>
        </p:nvSpPr>
        <p:spPr>
          <a:xfrm xmlns:a="http://schemas.openxmlformats.org/drawingml/2006/main">
            <a:off x="1276350" y="48006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F5F0DD"/>
                </a:solidFill>
                <a:latin typeface="Chalkboard"/>
                <a:ea typeface="Chalkboard"/>
                <a:cs typeface="Chalkboard"/>
              </a:defRPr>
            </a:pPr>
            <a:r>
              <a:rPr sz="975" b="0">
                <a:solidFill>
                  <a:srgbClr val="F5F0DD"/>
                </a:solidFill>
                <a:latin typeface="Chalkboard"/>
                <a:ea typeface="Chalkboard"/>
                <a:cs typeface="Chalkboard"/>
              </a:rPr>
              <a:t>"I am the Sea. I hold the land / As one holds an apple in his hand, / Hold it fast with sleepless eyes, / Watching the continents sink and rise."</a:t>
            </a:r>
          </a:p>
        </p:txBody>
      </p:sp>
      <p:sp>
        <p:nvSpPr>
          <p:cNvPr id="42" name="">
            <a:extLst xmlns:a="http://schemas.openxmlformats.org/drawingml/2006/main">
              <a:ext uri="{FF2B5EF4-FFF2-40B4-BE49-F238E27FC236}">
                <a16:creationId xmlns:a16="http://schemas.microsoft.com/office/drawing/2014/main" id="{ED386A89-8350-4C17-91CF-E94E3ED9CC7D}"/>
              </a:ext>
            </a:extLst>
          </p:cNvPr>
          <p:cNvSpPr>
            <a:spLocks xmlns:a="http://schemas.openxmlformats.org/drawingml/2006/main" noGrp="1"/>
          </p:cNvSpPr>
          <p:nvPr/>
        </p:nvSpPr>
        <p:spPr>
          <a:xfrm xmlns:a="http://schemas.openxmlformats.org/drawingml/2006/main">
            <a:off x="6334125" y="4781550"/>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A9D8FF"/>
            </a:solidFill>
            <a:prstDash val="solid"/>
          </a:ln>
        </p:spPr>
      </p:sp>
      <p:sp>
        <p:nvSpPr>
          <p:cNvPr id="43" name="">
            <a:extLst xmlns:a="http://schemas.openxmlformats.org/drawingml/2006/main">
              <a:ext uri="{FF2B5EF4-FFF2-40B4-BE49-F238E27FC236}">
                <a16:creationId xmlns:a16="http://schemas.microsoft.com/office/drawing/2014/main" id="{56E91207-FC1A-44F5-9640-F7BC754C3AFF}"/>
              </a:ext>
            </a:extLst>
          </p:cNvPr>
          <p:cNvSpPr>
            <a:spLocks xmlns:a="http://schemas.openxmlformats.org/drawingml/2006/main" noGrp="1"/>
          </p:cNvSpPr>
          <p:nvPr/>
        </p:nvSpPr>
        <p:spPr>
          <a:xfrm xmlns:a="http://schemas.openxmlformats.org/drawingml/2006/main">
            <a:off x="6334125" y="48672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A9D8FF"/>
                </a:solidFill>
                <a:latin typeface="Chalkboard"/>
                <a:ea typeface="Chalkboard"/>
                <a:cs typeface="Chalkboard"/>
              </a:defRPr>
            </a:pPr>
            <a:r>
              <a:rPr sz="1275" b="1">
                <a:solidFill>
                  <a:srgbClr val="A9D8FF"/>
                </a:solidFill>
                <a:latin typeface="Chalkboard"/>
                <a:ea typeface="Chalkboard"/>
                <a:cs typeface="Chalkboard"/>
              </a:rPr>
              <a:t>D</a:t>
            </a:r>
          </a:p>
        </p:txBody>
      </p:sp>
      <p:sp>
        <p:nvSpPr>
          <p:cNvPr id="44" name="">
            <a:extLst xmlns:a="http://schemas.openxmlformats.org/drawingml/2006/main">
              <a:ext uri="{FF2B5EF4-FFF2-40B4-BE49-F238E27FC236}">
                <a16:creationId xmlns:a16="http://schemas.microsoft.com/office/drawing/2014/main" id="{B4910894-E7CE-4A8F-A73D-0D43CCBAB7A4}"/>
              </a:ext>
            </a:extLst>
          </p:cNvPr>
          <p:cNvSpPr>
            <a:spLocks xmlns:a="http://schemas.openxmlformats.org/drawingml/2006/main" noGrp="1"/>
          </p:cNvSpPr>
          <p:nvPr/>
        </p:nvSpPr>
        <p:spPr>
          <a:xfrm xmlns:a="http://schemas.openxmlformats.org/drawingml/2006/main">
            <a:off x="6886575" y="48006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75" b="0">
                <a:solidFill>
                  <a:srgbClr val="F5F0DD"/>
                </a:solidFill>
                <a:latin typeface="Chalkboard"/>
                <a:ea typeface="Chalkboard"/>
                <a:cs typeface="Chalkboard"/>
              </a:defRPr>
            </a:pPr>
            <a:r>
              <a:rPr sz="975" b="0">
                <a:solidFill>
                  <a:srgbClr val="F5F0DD"/>
                </a:solidFill>
                <a:latin typeface="Chalkboard"/>
                <a:ea typeface="Chalkboard"/>
                <a:cs typeface="Chalkboard"/>
              </a:rPr>
              <a:t>"I am the Rock, presumptuous Sea! / I am set to encounter thee. / Angry and loud or gentle and still, / I am set here to limit thy power, and I will!"</a:t>
            </a:r>
          </a:p>
        </p:txBody>
      </p:sp>
      <p:sp>
        <p:nvSpPr>
          <p:cNvPr id="45" name="">
            <a:extLst xmlns:a="http://schemas.openxmlformats.org/drawingml/2006/main">
              <a:ext uri="{FF2B5EF4-FFF2-40B4-BE49-F238E27FC236}">
                <a16:creationId xmlns:a16="http://schemas.microsoft.com/office/drawing/2014/main" id="{FCD2F5A3-8230-448A-B7FF-6B8C958A3E42}"/>
              </a:ext>
            </a:extLst>
          </p:cNvPr>
          <p:cNvSpPr>
            <a:spLocks xmlns:a="http://schemas.openxmlformats.org/drawingml/2006/main" noGrp="1"/>
          </p:cNvSpPr>
          <p:nvPr/>
        </p:nvSpPr>
        <p:spPr>
          <a:xfrm xmlns:a="http://schemas.openxmlformats.org/drawingml/2006/main">
            <a:off x="5000625" y="5810250"/>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183B2B"/>
                </a:solidFill>
                <a:latin typeface="Chalkboard"/>
                <a:ea typeface="Chalkboard"/>
                <a:cs typeface="Chalkboard"/>
              </a:defRPr>
            </a:pPr>
            <a:r>
              <a:rPr sz="2400" b="1">
                <a:solidFill>
                  <a:srgbClr val="183B2B"/>
                </a:solidFill>
                <a:latin typeface="Chalkboard"/>
                <a:ea typeface="Chalkboard"/>
                <a:cs typeface="Chalkboard"/>
              </a:rPr>
              <a:t>Answer: D</a:t>
            </a:r>
          </a:p>
        </p:txBody>
      </p:sp>
      <p:sp>
        <p:nvSpPr>
          <p:cNvPr id="46" name="">
            <a:extLst xmlns:a="http://schemas.openxmlformats.org/drawingml/2006/main">
              <a:ext uri="{FF2B5EF4-FFF2-40B4-BE49-F238E27FC236}">
                <a16:creationId xmlns:a16="http://schemas.microsoft.com/office/drawing/2014/main" id="{49D21ABA-BE85-4210-8951-F32CD182B169}"/>
              </a:ext>
            </a:extLst>
          </p:cNvPr>
          <p:cNvSpPr>
            <a:spLocks xmlns:a="http://schemas.openxmlformats.org/drawingml/2006/main" noGrp="1"/>
          </p:cNvSpPr>
          <p:nvPr/>
        </p:nvSpPr>
        <p:spPr>
          <a:xfrm xmlns:a="http://schemas.openxmlformats.org/drawingml/2006/main">
            <a:off x="552450" y="6286500"/>
            <a:ext cx="838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0">
                <a:solidFill>
                  <a:srgbClr val="B8C7B4"/>
                </a:solidFill>
                <a:latin typeface="Chalkboard"/>
                <a:ea typeface="Chalkboard"/>
                <a:cs typeface="Chalkboard"/>
              </a:defRPr>
            </a:pPr>
            <a:r>
              <a:rPr sz="825" b="0">
                <a:solidFill>
                  <a:srgbClr val="B8C7B4"/>
                </a:solidFill>
                <a:latin typeface="Chalkboard"/>
                <a:ea typeface="Chalkboard"/>
                <a:cs typeface="Chalkboard"/>
              </a:rPr>
              <a:t>Adapted as a classroom summary from Khan Academy SAT Reading and Writing: Command of Evidence: Textual.</a:t>
            </a:r>
          </a:p>
        </p:txBody>
      </p:sp>
    </p:spTree>
    <p:extLst>
      <p:ext uri="{BB962C8B-B14F-4D97-AF65-F5344CB8AC3E}">
        <p14:creationId xmlns:p14="http://schemas.microsoft.com/office/powerpoint/2010/main" val="147181659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8EA7A24-8D63-4BD6-9342-9315A6556BB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83B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581BC8-8D1D-4D3F-8D00-5C4BD822AB5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000">
              <a:alpha val="0"/>
            </a:srgbClr>
          </a:solidFill>
          <a:ln xmlns:a="http://schemas.openxmlformats.org/drawingml/2006/main" w="57150">
            <a:solidFill>
              <a:srgbClr val="0A1712"/>
            </a:solidFill>
            <a:prstDash val="solid"/>
          </a:ln>
        </p:spPr>
      </p:sp>
      <p:sp>
        <p:nvSpPr>
          <p:cNvPr id="3" name="">
            <a:extLst xmlns:a="http://schemas.openxmlformats.org/drawingml/2006/main">
              <a:ext uri="{FF2B5EF4-FFF2-40B4-BE49-F238E27FC236}">
                <a16:creationId xmlns:a16="http://schemas.microsoft.com/office/drawing/2014/main" id="{6AC37431-151C-44F2-BE56-488B702B7EDD}"/>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9258547-EB69-43A0-B11B-E5F369C6DB19}"/>
              </a:ext>
            </a:extLst>
          </p:cNvPr>
          <p:cNvSpPr>
            <a:spLocks xmlns:a="http://schemas.openxmlformats.org/drawingml/2006/main" noGrp="1"/>
          </p:cNvSpPr>
          <p:nvPr/>
        </p:nvSpPr>
        <p:spPr>
          <a:xfrm xmlns:a="http://schemas.openxmlformats.org/drawingml/2006/main">
            <a:off x="0" y="6629400"/>
            <a:ext cx="12192000" cy="22860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D271724-BD1E-40DB-88E9-2936A36B9936}"/>
              </a:ext>
            </a:extLst>
          </p:cNvPr>
          <p:cNvSpPr>
            <a:spLocks xmlns:a="http://schemas.openxmlformats.org/drawingml/2006/main" noGrp="1"/>
          </p:cNvSpPr>
          <p:nvPr/>
        </p:nvSpPr>
        <p:spPr>
          <a:xfrm xmlns:a="http://schemas.openxmlformats.org/drawingml/2006/main">
            <a:off x="552450" y="5524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FCE4ACA-7FFC-4BCE-87A7-87C44677A380}"/>
              </a:ext>
            </a:extLst>
          </p:cNvPr>
          <p:cNvSpPr>
            <a:spLocks xmlns:a="http://schemas.openxmlformats.org/drawingml/2006/main" noGrp="1"/>
          </p:cNvSpPr>
          <p:nvPr/>
        </p:nvSpPr>
        <p:spPr>
          <a:xfrm xmlns:a="http://schemas.openxmlformats.org/drawingml/2006/main">
            <a:off x="2200275" y="14763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0778ED6-3B2D-4F1B-9B18-216E6CACC804}"/>
              </a:ext>
            </a:extLst>
          </p:cNvPr>
          <p:cNvSpPr>
            <a:spLocks xmlns:a="http://schemas.openxmlformats.org/drawingml/2006/main" noGrp="1"/>
          </p:cNvSpPr>
          <p:nvPr/>
        </p:nvSpPr>
        <p:spPr>
          <a:xfrm xmlns:a="http://schemas.openxmlformats.org/drawingml/2006/main">
            <a:off x="3848100" y="240030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F5C7CB9-A923-4487-9669-D5509162DEFA}"/>
              </a:ext>
            </a:extLst>
          </p:cNvPr>
          <p:cNvSpPr>
            <a:spLocks xmlns:a="http://schemas.openxmlformats.org/drawingml/2006/main" noGrp="1"/>
          </p:cNvSpPr>
          <p:nvPr/>
        </p:nvSpPr>
        <p:spPr>
          <a:xfrm xmlns:a="http://schemas.openxmlformats.org/drawingml/2006/main">
            <a:off x="5495925" y="332422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E29867B-6F14-4D93-83C5-67AC3A432094}"/>
              </a:ext>
            </a:extLst>
          </p:cNvPr>
          <p:cNvSpPr>
            <a:spLocks xmlns:a="http://schemas.openxmlformats.org/drawingml/2006/main" noGrp="1"/>
          </p:cNvSpPr>
          <p:nvPr/>
        </p:nvSpPr>
        <p:spPr>
          <a:xfrm xmlns:a="http://schemas.openxmlformats.org/drawingml/2006/main">
            <a:off x="7143750" y="424815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7326220-D3A7-4E3C-B4F2-7E2DAAE9691D}"/>
              </a:ext>
            </a:extLst>
          </p:cNvPr>
          <p:cNvSpPr>
            <a:spLocks xmlns:a="http://schemas.openxmlformats.org/drawingml/2006/main" noGrp="1"/>
          </p:cNvSpPr>
          <p:nvPr/>
        </p:nvSpPr>
        <p:spPr>
          <a:xfrm xmlns:a="http://schemas.openxmlformats.org/drawingml/2006/main">
            <a:off x="8791575" y="517207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A08123C-95CF-4015-AEA6-027BB595A839}"/>
              </a:ext>
            </a:extLst>
          </p:cNvPr>
          <p:cNvSpPr>
            <a:spLocks xmlns:a="http://schemas.openxmlformats.org/drawingml/2006/main" noGrp="1"/>
          </p:cNvSpPr>
          <p:nvPr/>
        </p:nvSpPr>
        <p:spPr>
          <a:xfrm xmlns:a="http://schemas.openxmlformats.org/drawingml/2006/main">
            <a:off x="10439400" y="68580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D72F5DA-21E4-49E4-9AA9-A6736DB4B3D4}"/>
              </a:ext>
            </a:extLst>
          </p:cNvPr>
          <p:cNvSpPr>
            <a:spLocks xmlns:a="http://schemas.openxmlformats.org/drawingml/2006/main" noGrp="1"/>
          </p:cNvSpPr>
          <p:nvPr/>
        </p:nvSpPr>
        <p:spPr>
          <a:xfrm xmlns:a="http://schemas.openxmlformats.org/drawingml/2006/main">
            <a:off x="1038225" y="160972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3EF63BF-0B5F-4896-8AF3-DA17B3D21752}"/>
              </a:ext>
            </a:extLst>
          </p:cNvPr>
          <p:cNvSpPr>
            <a:spLocks xmlns:a="http://schemas.openxmlformats.org/drawingml/2006/main" noGrp="1"/>
          </p:cNvSpPr>
          <p:nvPr/>
        </p:nvSpPr>
        <p:spPr>
          <a:xfrm xmlns:a="http://schemas.openxmlformats.org/drawingml/2006/main">
            <a:off x="2686050" y="253365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357F94B-7D9C-49EC-BE34-90E7D29ACAF2}"/>
              </a:ext>
            </a:extLst>
          </p:cNvPr>
          <p:cNvSpPr>
            <a:spLocks xmlns:a="http://schemas.openxmlformats.org/drawingml/2006/main" noGrp="1"/>
          </p:cNvSpPr>
          <p:nvPr/>
        </p:nvSpPr>
        <p:spPr>
          <a:xfrm xmlns:a="http://schemas.openxmlformats.org/drawingml/2006/main">
            <a:off x="4333875" y="345757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F8104A5-7489-4335-9DB1-063F7E8C5864}"/>
              </a:ext>
            </a:extLst>
          </p:cNvPr>
          <p:cNvSpPr>
            <a:spLocks xmlns:a="http://schemas.openxmlformats.org/drawingml/2006/main" noGrp="1"/>
          </p:cNvSpPr>
          <p:nvPr/>
        </p:nvSpPr>
        <p:spPr>
          <a:xfrm xmlns:a="http://schemas.openxmlformats.org/drawingml/2006/main">
            <a:off x="5981700" y="438150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7796537-F802-4FC1-8CBB-F101875F99B6}"/>
              </a:ext>
            </a:extLst>
          </p:cNvPr>
          <p:cNvSpPr>
            <a:spLocks xmlns:a="http://schemas.openxmlformats.org/drawingml/2006/main" noGrp="1"/>
          </p:cNvSpPr>
          <p:nvPr/>
        </p:nvSpPr>
        <p:spPr>
          <a:xfrm xmlns:a="http://schemas.openxmlformats.org/drawingml/2006/main">
            <a:off x="7629525" y="530542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9CE4C80-A82E-4BC5-B3B9-0347B0721C6B}"/>
              </a:ext>
            </a:extLst>
          </p:cNvPr>
          <p:cNvSpPr>
            <a:spLocks xmlns:a="http://schemas.openxmlformats.org/drawingml/2006/main" noGrp="1"/>
          </p:cNvSpPr>
          <p:nvPr/>
        </p:nvSpPr>
        <p:spPr>
          <a:xfrm xmlns:a="http://schemas.openxmlformats.org/drawingml/2006/main">
            <a:off x="9277350" y="81915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3E8F66F-373D-42E8-9661-F0AF4A1B4F72}"/>
              </a:ext>
            </a:extLst>
          </p:cNvPr>
          <p:cNvSpPr>
            <a:spLocks xmlns:a="http://schemas.openxmlformats.org/drawingml/2006/main" noGrp="1"/>
          </p:cNvSpPr>
          <p:nvPr/>
        </p:nvSpPr>
        <p:spPr>
          <a:xfrm xmlns:a="http://schemas.openxmlformats.org/drawingml/2006/main">
            <a:off x="10925175" y="174307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83F4F00-190A-4320-BE31-B1BD2136582E}"/>
              </a:ext>
            </a:extLst>
          </p:cNvPr>
          <p:cNvSpPr>
            <a:spLocks xmlns:a="http://schemas.openxmlformats.org/drawingml/2006/main" noGrp="1"/>
          </p:cNvSpPr>
          <p:nvPr/>
        </p:nvSpPr>
        <p:spPr>
          <a:xfrm xmlns:a="http://schemas.openxmlformats.org/drawingml/2006/main">
            <a:off x="1524000" y="266700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CCE3021-CDCC-4C7A-85E2-D8CAAC9B0B72}"/>
              </a:ext>
            </a:extLst>
          </p:cNvPr>
          <p:cNvSpPr>
            <a:spLocks xmlns:a="http://schemas.openxmlformats.org/drawingml/2006/main" noGrp="1"/>
          </p:cNvSpPr>
          <p:nvPr/>
        </p:nvSpPr>
        <p:spPr>
          <a:xfrm xmlns:a="http://schemas.openxmlformats.org/drawingml/2006/main">
            <a:off x="3171825" y="359092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096CD8C-74A5-49A1-A52E-B2B4B98B7FB1}"/>
              </a:ext>
            </a:extLst>
          </p:cNvPr>
          <p:cNvSpPr>
            <a:spLocks xmlns:a="http://schemas.openxmlformats.org/drawingml/2006/main" noGrp="1"/>
          </p:cNvSpPr>
          <p:nvPr/>
        </p:nvSpPr>
        <p:spPr>
          <a:xfrm xmlns:a="http://schemas.openxmlformats.org/drawingml/2006/main">
            <a:off x="4819650" y="451485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7CD8239-C807-4024-A1A5-D90D18D0D55B}"/>
              </a:ext>
            </a:extLst>
          </p:cNvPr>
          <p:cNvSpPr>
            <a:spLocks xmlns:a="http://schemas.openxmlformats.org/drawingml/2006/main" noGrp="1"/>
          </p:cNvSpPr>
          <p:nvPr/>
        </p:nvSpPr>
        <p:spPr>
          <a:xfrm xmlns:a="http://schemas.openxmlformats.org/drawingml/2006/main">
            <a:off x="6467475" y="543877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DC72FAD-5809-4E44-8EEF-F3DAED3C9D04}"/>
              </a:ext>
            </a:extLst>
          </p:cNvPr>
          <p:cNvSpPr>
            <a:spLocks xmlns:a="http://schemas.openxmlformats.org/drawingml/2006/main" noGrp="1"/>
          </p:cNvSpPr>
          <p:nvPr/>
        </p:nvSpPr>
        <p:spPr>
          <a:xfrm xmlns:a="http://schemas.openxmlformats.org/drawingml/2006/main">
            <a:off x="8115300" y="95250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CF48EFD-CE7D-42B0-9928-2DF934E2E8E9}"/>
              </a:ext>
            </a:extLst>
          </p:cNvPr>
          <p:cNvSpPr>
            <a:spLocks xmlns:a="http://schemas.openxmlformats.org/drawingml/2006/main" noGrp="1"/>
          </p:cNvSpPr>
          <p:nvPr/>
        </p:nvSpPr>
        <p:spPr>
          <a:xfrm xmlns:a="http://schemas.openxmlformats.org/drawingml/2006/main">
            <a:off x="9763125" y="187642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31D53A52-6CCB-4292-ABB2-F3073AE2952E}"/>
              </a:ext>
            </a:extLst>
          </p:cNvPr>
          <p:cNvSpPr>
            <a:spLocks xmlns:a="http://schemas.openxmlformats.org/drawingml/2006/main" noGrp="1"/>
          </p:cNvSpPr>
          <p:nvPr/>
        </p:nvSpPr>
        <p:spPr>
          <a:xfrm xmlns:a="http://schemas.openxmlformats.org/drawingml/2006/main">
            <a:off x="11410950" y="28003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EADA860-3114-431D-89BF-C2972F04EBA1}"/>
              </a:ext>
            </a:extLst>
          </p:cNvPr>
          <p:cNvSpPr>
            <a:spLocks xmlns:a="http://schemas.openxmlformats.org/drawingml/2006/main" noGrp="1"/>
          </p:cNvSpPr>
          <p:nvPr/>
        </p:nvSpPr>
        <p:spPr>
          <a:xfrm xmlns:a="http://schemas.openxmlformats.org/drawingml/2006/main">
            <a:off x="2009775" y="37242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27026FA3-FFD2-4FF3-9DA6-2B1087AD973B}"/>
              </a:ext>
            </a:extLst>
          </p:cNvPr>
          <p:cNvSpPr>
            <a:spLocks xmlns:a="http://schemas.openxmlformats.org/drawingml/2006/main" noGrp="1"/>
          </p:cNvSpPr>
          <p:nvPr/>
        </p:nvSpPr>
        <p:spPr>
          <a:xfrm xmlns:a="http://schemas.openxmlformats.org/drawingml/2006/main">
            <a:off x="552450" y="4000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D9DFC8"/>
                </a:solidFill>
                <a:latin typeface="Chalkboard"/>
                <a:ea typeface="Chalkboard"/>
                <a:cs typeface="Chalkboard"/>
              </a:defRPr>
            </a:pPr>
            <a:r>
              <a:rPr sz="1125" b="1">
                <a:solidFill>
                  <a:srgbClr val="D9DFC8"/>
                </a:solidFill>
                <a:latin typeface="Chalkboard"/>
                <a:ea typeface="Chalkboard"/>
                <a:cs typeface="Chalkboard"/>
              </a:rPr>
              <a:t>FOUNDATIONS PRACTICE</a:t>
            </a:r>
          </a:p>
        </p:txBody>
      </p:sp>
      <p:sp>
        <p:nvSpPr>
          <p:cNvPr id="28" name="">
            <a:extLst xmlns:a="http://schemas.openxmlformats.org/drawingml/2006/main">
              <a:ext uri="{FF2B5EF4-FFF2-40B4-BE49-F238E27FC236}">
                <a16:creationId xmlns:a16="http://schemas.microsoft.com/office/drawing/2014/main" id="{59A0F509-195E-4EFB-A515-8D934B5E66FC}"/>
              </a:ext>
            </a:extLst>
          </p:cNvPr>
          <p:cNvSpPr>
            <a:spLocks xmlns:a="http://schemas.openxmlformats.org/drawingml/2006/main" noGrp="1"/>
          </p:cNvSpPr>
          <p:nvPr/>
        </p:nvSpPr>
        <p:spPr>
          <a:xfrm xmlns:a="http://schemas.openxmlformats.org/drawingml/2006/main">
            <a:off x="11001375" y="6191250"/>
            <a:ext cx="60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1650" b="1">
                <a:solidFill>
                  <a:srgbClr val="D9DFC8"/>
                </a:solidFill>
                <a:latin typeface="Chalkboard"/>
                <a:ea typeface="Chalkboard"/>
                <a:cs typeface="Chalkboard"/>
              </a:defRPr>
            </a:pPr>
            <a:r>
              <a:rPr sz="1650" b="1">
                <a:solidFill>
                  <a:srgbClr val="D9DFC8"/>
                </a:solidFill>
                <a:latin typeface="Chalkboard"/>
                <a:ea typeface="Chalkboard"/>
                <a:cs typeface="Chalkboard"/>
              </a:rPr>
              <a:t>14</a:t>
            </a:r>
          </a:p>
        </p:txBody>
      </p:sp>
      <p:sp>
        <p:nvSpPr>
          <p:cNvPr id="29" name="">
            <a:extLst xmlns:a="http://schemas.openxmlformats.org/drawingml/2006/main">
              <a:ext uri="{FF2B5EF4-FFF2-40B4-BE49-F238E27FC236}">
                <a16:creationId xmlns:a16="http://schemas.microsoft.com/office/drawing/2014/main" id="{32B261A8-82A1-4B67-8AD8-4A46420F1D8C}"/>
              </a:ext>
            </a:extLst>
          </p:cNvPr>
          <p:cNvSpPr>
            <a:spLocks xmlns:a="http://schemas.openxmlformats.org/drawingml/2006/main" noGrp="1"/>
          </p:cNvSpPr>
          <p:nvPr/>
        </p:nvSpPr>
        <p:spPr>
          <a:xfrm xmlns:a="http://schemas.openxmlformats.org/drawingml/2006/main">
            <a:off x="685800" y="904875"/>
            <a:ext cx="8572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3750" b="1">
                <a:solidFill>
                  <a:srgbClr val="F5F0DD"/>
                </a:solidFill>
                <a:latin typeface="Chalkboard"/>
                <a:ea typeface="Chalkboard"/>
                <a:cs typeface="Chalkboard"/>
              </a:defRPr>
            </a:pPr>
            <a:r>
              <a:rPr sz="3750" b="1">
                <a:solidFill>
                  <a:srgbClr val="F5F0DD"/>
                </a:solidFill>
                <a:latin typeface="Chalkboard"/>
                <a:ea typeface="Chalkboard"/>
                <a:cs typeface="Chalkboard"/>
              </a:rPr>
              <a:t>Practice 3: Gidra</a:t>
            </a:r>
          </a:p>
        </p:txBody>
      </p:sp>
      <p:sp>
        <p:nvSpPr>
          <p:cNvPr id="30" name="">
            <a:extLst xmlns:a="http://schemas.openxmlformats.org/drawingml/2006/main">
              <a:ext uri="{FF2B5EF4-FFF2-40B4-BE49-F238E27FC236}">
                <a16:creationId xmlns:a16="http://schemas.microsoft.com/office/drawing/2014/main" id="{0EE119EE-741F-4742-86CE-A3809191D579}"/>
              </a:ext>
            </a:extLst>
          </p:cNvPr>
          <p:cNvSpPr>
            <a:spLocks xmlns:a="http://schemas.openxmlformats.org/drawingml/2006/main" noGrp="1"/>
          </p:cNvSpPr>
          <p:nvPr/>
        </p:nvSpPr>
        <p:spPr>
          <a:xfrm xmlns:a="http://schemas.openxmlformats.org/drawingml/2006/main">
            <a:off x="704850" y="2176463"/>
            <a:ext cx="9105900" cy="28575"/>
          </a:xfrm>
          <a:prstGeom xmlns:a="http://schemas.openxmlformats.org/drawingml/2006/main" prst="rect">
            <a:avLst/>
          </a:prstGeom>
          <a:solidFill xmlns:a="http://schemas.openxmlformats.org/drawingml/2006/main">
            <a:srgbClr val="F2D46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CF083BBE-AE8E-49C0-9ABB-57DE8C94529F}"/>
              </a:ext>
            </a:extLst>
          </p:cNvPr>
          <p:cNvSpPr>
            <a:spLocks xmlns:a="http://schemas.openxmlformats.org/drawingml/2006/main" noGrp="1"/>
          </p:cNvSpPr>
          <p:nvPr/>
        </p:nvSpPr>
        <p:spPr>
          <a:xfrm xmlns:a="http://schemas.openxmlformats.org/drawingml/2006/main">
            <a:off x="723900" y="2362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D9DFC8"/>
                </a:solidFill>
                <a:latin typeface="Chalkboard"/>
                <a:ea typeface="Chalkboard"/>
                <a:cs typeface="Chalkboard"/>
              </a:defRPr>
            </a:pPr>
            <a:r>
              <a:rPr sz="1350" b="0">
                <a:solidFill>
                  <a:srgbClr val="D9DFC8"/>
                </a:solidFill>
                <a:latin typeface="Chalkboard"/>
                <a:ea typeface="Chalkboard"/>
                <a:cs typeface="Chalkboard"/>
              </a:rPr>
              <a:t>Question 3 of 4 from the lesson practice set.</a:t>
            </a:r>
          </a:p>
        </p:txBody>
      </p:sp>
      <p:sp>
        <p:nvSpPr>
          <p:cNvPr id="32" name="">
            <a:extLst xmlns:a="http://schemas.openxmlformats.org/drawingml/2006/main">
              <a:ext uri="{FF2B5EF4-FFF2-40B4-BE49-F238E27FC236}">
                <a16:creationId xmlns:a16="http://schemas.microsoft.com/office/drawing/2014/main" id="{57B4F1E6-0215-41EB-B0CB-01D9838F9E55}"/>
              </a:ext>
            </a:extLst>
          </p:cNvPr>
          <p:cNvSpPr>
            <a:spLocks xmlns:a="http://schemas.openxmlformats.org/drawingml/2006/main" noGrp="1"/>
          </p:cNvSpPr>
          <p:nvPr/>
        </p:nvSpPr>
        <p:spPr>
          <a:xfrm xmlns:a="http://schemas.openxmlformats.org/drawingml/2006/main">
            <a:off x="723900" y="2686050"/>
            <a:ext cx="990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5F0DD"/>
                </a:solidFill>
                <a:latin typeface="Chalkboard"/>
                <a:ea typeface="Chalkboard"/>
                <a:cs typeface="Chalkboard"/>
              </a:defRPr>
            </a:pPr>
            <a:r>
              <a:rPr sz="1350" b="0">
                <a:solidFill>
                  <a:srgbClr val="F5F0DD"/>
                </a:solidFill>
                <a:latin typeface="Chalkboard"/>
                <a:ea typeface="Chalkboard"/>
                <a:cs typeface="Chalkboard"/>
              </a:rPr>
              <a:t>As a monthly newsletter formed in 1969 by Asian American students at UCLA, Gidra helped raise awareness about social and political issues concerning the Asian American community on campus and beyond. Around 4,000 copies were published each month. A student hypothesizes that Gidra's influence cannot be measured by the number of newsletters published monthly alone.</a:t>
            </a:r>
          </a:p>
          <a:p xmlns:a="http://schemas.openxmlformats.org/drawingml/2006/main">
            <a:r>
              <a:t/>
            </a:r>
          </a:p>
          <a:p xmlns:a="http://schemas.openxmlformats.org/drawingml/2006/main">
            <a:pPr algn="l">
              <a:defRPr sz="1350" b="0">
                <a:solidFill>
                  <a:srgbClr val="F5F0DD"/>
                </a:solidFill>
                <a:latin typeface="Chalkboard"/>
                <a:ea typeface="Chalkboard"/>
                <a:cs typeface="Chalkboard"/>
              </a:defRPr>
            </a:pPr>
            <a:r>
              <a:rPr sz="1350" b="0">
                <a:solidFill>
                  <a:srgbClr val="F5F0DD"/>
                </a:solidFill>
                <a:latin typeface="Chalkboard"/>
                <a:ea typeface="Chalkboard"/>
                <a:cs typeface="Chalkboard"/>
              </a:rPr>
              <a:t>Which finding, if true, would most directly support the student's hypothesis?</a:t>
            </a:r>
          </a:p>
        </p:txBody>
      </p:sp>
      <p:sp>
        <p:nvSpPr>
          <p:cNvPr id="33" name="">
            <a:extLst xmlns:a="http://schemas.openxmlformats.org/drawingml/2006/main">
              <a:ext uri="{FF2B5EF4-FFF2-40B4-BE49-F238E27FC236}">
                <a16:creationId xmlns:a16="http://schemas.microsoft.com/office/drawing/2014/main" id="{262BF0E3-B77D-43B8-AFB8-DB9590217AF0}"/>
              </a:ext>
            </a:extLst>
          </p:cNvPr>
          <p:cNvSpPr>
            <a:spLocks xmlns:a="http://schemas.openxmlformats.org/drawingml/2006/main" noGrp="1"/>
          </p:cNvSpPr>
          <p:nvPr/>
        </p:nvSpPr>
        <p:spPr>
          <a:xfrm xmlns:a="http://schemas.openxmlformats.org/drawingml/2006/main">
            <a:off x="723900" y="4000500"/>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F29B91"/>
            </a:solidFill>
            <a:prstDash val="solid"/>
          </a:ln>
        </p:spPr>
      </p:sp>
      <p:sp>
        <p:nvSpPr>
          <p:cNvPr id="34" name="">
            <a:extLst xmlns:a="http://schemas.openxmlformats.org/drawingml/2006/main">
              <a:ext uri="{FF2B5EF4-FFF2-40B4-BE49-F238E27FC236}">
                <a16:creationId xmlns:a16="http://schemas.microsoft.com/office/drawing/2014/main" id="{34338423-9B15-441C-94EC-5C1E300B1020}"/>
              </a:ext>
            </a:extLst>
          </p:cNvPr>
          <p:cNvSpPr>
            <a:spLocks xmlns:a="http://schemas.openxmlformats.org/drawingml/2006/main" noGrp="1"/>
          </p:cNvSpPr>
          <p:nvPr/>
        </p:nvSpPr>
        <p:spPr>
          <a:xfrm xmlns:a="http://schemas.openxmlformats.org/drawingml/2006/main">
            <a:off x="723900" y="408622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29B91"/>
                </a:solidFill>
                <a:latin typeface="Chalkboard"/>
                <a:ea typeface="Chalkboard"/>
                <a:cs typeface="Chalkboard"/>
              </a:defRPr>
            </a:pPr>
            <a:r>
              <a:rPr sz="1275" b="1">
                <a:solidFill>
                  <a:srgbClr val="F29B91"/>
                </a:solidFill>
                <a:latin typeface="Chalkboard"/>
                <a:ea typeface="Chalkboard"/>
                <a:cs typeface="Chalkboard"/>
              </a:rPr>
              <a:t>A</a:t>
            </a:r>
          </a:p>
        </p:txBody>
      </p:sp>
      <p:sp>
        <p:nvSpPr>
          <p:cNvPr id="35" name="">
            <a:extLst xmlns:a="http://schemas.openxmlformats.org/drawingml/2006/main">
              <a:ext uri="{FF2B5EF4-FFF2-40B4-BE49-F238E27FC236}">
                <a16:creationId xmlns:a16="http://schemas.microsoft.com/office/drawing/2014/main" id="{5B8CCFEC-5D9A-4149-8EE8-209E8CD4D930}"/>
              </a:ext>
            </a:extLst>
          </p:cNvPr>
          <p:cNvSpPr>
            <a:spLocks xmlns:a="http://schemas.openxmlformats.org/drawingml/2006/main" noGrp="1"/>
          </p:cNvSpPr>
          <p:nvPr/>
        </p:nvSpPr>
        <p:spPr>
          <a:xfrm xmlns:a="http://schemas.openxmlformats.org/drawingml/2006/main">
            <a:off x="1276350" y="401955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5F0DD"/>
                </a:solidFill>
                <a:latin typeface="Chalkboard"/>
                <a:ea typeface="Chalkboard"/>
                <a:cs typeface="Chalkboard"/>
              </a:defRPr>
            </a:pPr>
            <a:r>
              <a:rPr sz="1200" b="0">
                <a:solidFill>
                  <a:srgbClr val="F5F0DD"/>
                </a:solidFill>
                <a:latin typeface="Chalkboard"/>
                <a:ea typeface="Chalkboard"/>
                <a:cs typeface="Chalkboard"/>
              </a:rPr>
              <a:t>The students who initially formed Gidra each contributed financially to its creation.</a:t>
            </a:r>
          </a:p>
        </p:txBody>
      </p:sp>
      <p:sp>
        <p:nvSpPr>
          <p:cNvPr id="36" name="">
            <a:extLst xmlns:a="http://schemas.openxmlformats.org/drawingml/2006/main">
              <a:ext uri="{FF2B5EF4-FFF2-40B4-BE49-F238E27FC236}">
                <a16:creationId xmlns:a16="http://schemas.microsoft.com/office/drawing/2014/main" id="{157295B6-BFAA-45E7-B2DE-BF553F6265D4}"/>
              </a:ext>
            </a:extLst>
          </p:cNvPr>
          <p:cNvSpPr>
            <a:spLocks xmlns:a="http://schemas.openxmlformats.org/drawingml/2006/main" noGrp="1"/>
          </p:cNvSpPr>
          <p:nvPr/>
        </p:nvSpPr>
        <p:spPr>
          <a:xfrm xmlns:a="http://schemas.openxmlformats.org/drawingml/2006/main">
            <a:off x="6334125" y="4000500"/>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9FE3B4"/>
            </a:solidFill>
            <a:prstDash val="solid"/>
          </a:ln>
        </p:spPr>
      </p:sp>
      <p:sp>
        <p:nvSpPr>
          <p:cNvPr id="37" name="">
            <a:extLst xmlns:a="http://schemas.openxmlformats.org/drawingml/2006/main">
              <a:ext uri="{FF2B5EF4-FFF2-40B4-BE49-F238E27FC236}">
                <a16:creationId xmlns:a16="http://schemas.microsoft.com/office/drawing/2014/main" id="{F98CCD31-1785-4ABD-9702-E9216FDD1FF9}"/>
              </a:ext>
            </a:extLst>
          </p:cNvPr>
          <p:cNvSpPr>
            <a:spLocks xmlns:a="http://schemas.openxmlformats.org/drawingml/2006/main" noGrp="1"/>
          </p:cNvSpPr>
          <p:nvPr/>
        </p:nvSpPr>
        <p:spPr>
          <a:xfrm xmlns:a="http://schemas.openxmlformats.org/drawingml/2006/main">
            <a:off x="6334125" y="408622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9FE3B4"/>
                </a:solidFill>
                <a:latin typeface="Chalkboard"/>
                <a:ea typeface="Chalkboard"/>
                <a:cs typeface="Chalkboard"/>
              </a:defRPr>
            </a:pPr>
            <a:r>
              <a:rPr sz="1275" b="1">
                <a:solidFill>
                  <a:srgbClr val="9FE3B4"/>
                </a:solidFill>
                <a:latin typeface="Chalkboard"/>
                <a:ea typeface="Chalkboard"/>
                <a:cs typeface="Chalkboard"/>
              </a:rPr>
              <a:t>B</a:t>
            </a:r>
          </a:p>
        </p:txBody>
      </p:sp>
      <p:sp>
        <p:nvSpPr>
          <p:cNvPr id="38" name="">
            <a:extLst xmlns:a="http://schemas.openxmlformats.org/drawingml/2006/main">
              <a:ext uri="{FF2B5EF4-FFF2-40B4-BE49-F238E27FC236}">
                <a16:creationId xmlns:a16="http://schemas.microsoft.com/office/drawing/2014/main" id="{BACCDB8B-E210-45F2-BE93-9F32B4A5429E}"/>
              </a:ext>
            </a:extLst>
          </p:cNvPr>
          <p:cNvSpPr>
            <a:spLocks xmlns:a="http://schemas.openxmlformats.org/drawingml/2006/main" noGrp="1"/>
          </p:cNvSpPr>
          <p:nvPr/>
        </p:nvSpPr>
        <p:spPr>
          <a:xfrm xmlns:a="http://schemas.openxmlformats.org/drawingml/2006/main">
            <a:off x="6886575" y="401955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5F0DD"/>
                </a:solidFill>
                <a:latin typeface="Chalkboard"/>
                <a:ea typeface="Chalkboard"/>
                <a:cs typeface="Chalkboard"/>
              </a:defRPr>
            </a:pPr>
            <a:r>
              <a:rPr sz="1200" b="0">
                <a:solidFill>
                  <a:srgbClr val="F5F0DD"/>
                </a:solidFill>
                <a:latin typeface="Chalkboard"/>
                <a:ea typeface="Chalkboard"/>
                <a:cs typeface="Chalkboard"/>
              </a:rPr>
              <a:t>Gidra was initially based out of the Asian American Studies Center at UCLA.</a:t>
            </a:r>
          </a:p>
        </p:txBody>
      </p:sp>
      <p:sp>
        <p:nvSpPr>
          <p:cNvPr id="39" name="">
            <a:extLst xmlns:a="http://schemas.openxmlformats.org/drawingml/2006/main">
              <a:ext uri="{FF2B5EF4-FFF2-40B4-BE49-F238E27FC236}">
                <a16:creationId xmlns:a16="http://schemas.microsoft.com/office/drawing/2014/main" id="{94D6CC04-B6A5-4E28-9983-34416CB0A548}"/>
              </a:ext>
            </a:extLst>
          </p:cNvPr>
          <p:cNvSpPr>
            <a:spLocks xmlns:a="http://schemas.openxmlformats.org/drawingml/2006/main" noGrp="1"/>
          </p:cNvSpPr>
          <p:nvPr/>
        </p:nvSpPr>
        <p:spPr>
          <a:xfrm xmlns:a="http://schemas.openxmlformats.org/drawingml/2006/main">
            <a:off x="723900" y="4781550"/>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F2D46B"/>
            </a:solidFill>
            <a:prstDash val="solid"/>
          </a:ln>
        </p:spPr>
      </p:sp>
      <p:sp>
        <p:nvSpPr>
          <p:cNvPr id="40" name="">
            <a:extLst xmlns:a="http://schemas.openxmlformats.org/drawingml/2006/main">
              <a:ext uri="{FF2B5EF4-FFF2-40B4-BE49-F238E27FC236}">
                <a16:creationId xmlns:a16="http://schemas.microsoft.com/office/drawing/2014/main" id="{81EA3394-039B-4DA6-B9E3-A04578573687}"/>
              </a:ext>
            </a:extLst>
          </p:cNvPr>
          <p:cNvSpPr>
            <a:spLocks xmlns:a="http://schemas.openxmlformats.org/drawingml/2006/main" noGrp="1"/>
          </p:cNvSpPr>
          <p:nvPr/>
        </p:nvSpPr>
        <p:spPr>
          <a:xfrm xmlns:a="http://schemas.openxmlformats.org/drawingml/2006/main">
            <a:off x="723900" y="48672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2D46B"/>
                </a:solidFill>
                <a:latin typeface="Chalkboard"/>
                <a:ea typeface="Chalkboard"/>
                <a:cs typeface="Chalkboard"/>
              </a:defRPr>
            </a:pPr>
            <a:r>
              <a:rPr sz="1275" b="1">
                <a:solidFill>
                  <a:srgbClr val="F2D46B"/>
                </a:solidFill>
                <a:latin typeface="Chalkboard"/>
                <a:ea typeface="Chalkboard"/>
                <a:cs typeface="Chalkboard"/>
              </a:rPr>
              <a:t>C</a:t>
            </a:r>
          </a:p>
        </p:txBody>
      </p:sp>
      <p:sp>
        <p:nvSpPr>
          <p:cNvPr id="41" name="">
            <a:extLst xmlns:a="http://schemas.openxmlformats.org/drawingml/2006/main">
              <a:ext uri="{FF2B5EF4-FFF2-40B4-BE49-F238E27FC236}">
                <a16:creationId xmlns:a16="http://schemas.microsoft.com/office/drawing/2014/main" id="{BA3B18C5-9D9D-4459-AFAB-007520BE6749}"/>
              </a:ext>
            </a:extLst>
          </p:cNvPr>
          <p:cNvSpPr>
            <a:spLocks xmlns:a="http://schemas.openxmlformats.org/drawingml/2006/main" noGrp="1"/>
          </p:cNvSpPr>
          <p:nvPr/>
        </p:nvSpPr>
        <p:spPr>
          <a:xfrm xmlns:a="http://schemas.openxmlformats.org/drawingml/2006/main">
            <a:off x="1276350" y="48006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5F0DD"/>
                </a:solidFill>
                <a:latin typeface="Chalkboard"/>
                <a:ea typeface="Chalkboard"/>
                <a:cs typeface="Chalkboard"/>
              </a:defRPr>
            </a:pPr>
            <a:r>
              <a:rPr sz="1200" b="0">
                <a:solidFill>
                  <a:srgbClr val="F5F0DD"/>
                </a:solidFill>
                <a:latin typeface="Chalkboard"/>
                <a:ea typeface="Chalkboard"/>
                <a:cs typeface="Chalkboard"/>
              </a:rPr>
              <a:t>People would often give their copies of Gidra to others once they had finished reading an issue.</a:t>
            </a:r>
          </a:p>
        </p:txBody>
      </p:sp>
      <p:sp>
        <p:nvSpPr>
          <p:cNvPr id="42" name="">
            <a:extLst xmlns:a="http://schemas.openxmlformats.org/drawingml/2006/main">
              <a:ext uri="{FF2B5EF4-FFF2-40B4-BE49-F238E27FC236}">
                <a16:creationId xmlns:a16="http://schemas.microsoft.com/office/drawing/2014/main" id="{BCD52F68-7A09-4AD8-9560-CF03CE1D73D0}"/>
              </a:ext>
            </a:extLst>
          </p:cNvPr>
          <p:cNvSpPr>
            <a:spLocks xmlns:a="http://schemas.openxmlformats.org/drawingml/2006/main" noGrp="1"/>
          </p:cNvSpPr>
          <p:nvPr/>
        </p:nvSpPr>
        <p:spPr>
          <a:xfrm xmlns:a="http://schemas.openxmlformats.org/drawingml/2006/main">
            <a:off x="6334125" y="4781550"/>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A9D8FF"/>
            </a:solidFill>
            <a:prstDash val="solid"/>
          </a:ln>
        </p:spPr>
      </p:sp>
      <p:sp>
        <p:nvSpPr>
          <p:cNvPr id="43" name="">
            <a:extLst xmlns:a="http://schemas.openxmlformats.org/drawingml/2006/main">
              <a:ext uri="{FF2B5EF4-FFF2-40B4-BE49-F238E27FC236}">
                <a16:creationId xmlns:a16="http://schemas.microsoft.com/office/drawing/2014/main" id="{D3814C70-8DE3-4737-AC6B-F6C7FEC94BEA}"/>
              </a:ext>
            </a:extLst>
          </p:cNvPr>
          <p:cNvSpPr>
            <a:spLocks xmlns:a="http://schemas.openxmlformats.org/drawingml/2006/main" noGrp="1"/>
          </p:cNvSpPr>
          <p:nvPr/>
        </p:nvSpPr>
        <p:spPr>
          <a:xfrm xmlns:a="http://schemas.openxmlformats.org/drawingml/2006/main">
            <a:off x="6334125" y="48672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A9D8FF"/>
                </a:solidFill>
                <a:latin typeface="Chalkboard"/>
                <a:ea typeface="Chalkboard"/>
                <a:cs typeface="Chalkboard"/>
              </a:defRPr>
            </a:pPr>
            <a:r>
              <a:rPr sz="1275" b="1">
                <a:solidFill>
                  <a:srgbClr val="A9D8FF"/>
                </a:solidFill>
                <a:latin typeface="Chalkboard"/>
                <a:ea typeface="Chalkboard"/>
                <a:cs typeface="Chalkboard"/>
              </a:rPr>
              <a:t>D</a:t>
            </a:r>
          </a:p>
        </p:txBody>
      </p:sp>
      <p:sp>
        <p:nvSpPr>
          <p:cNvPr id="44" name="">
            <a:extLst xmlns:a="http://schemas.openxmlformats.org/drawingml/2006/main">
              <a:ext uri="{FF2B5EF4-FFF2-40B4-BE49-F238E27FC236}">
                <a16:creationId xmlns:a16="http://schemas.microsoft.com/office/drawing/2014/main" id="{CD280E76-156F-4361-BB21-0E74D45C6CD5}"/>
              </a:ext>
            </a:extLst>
          </p:cNvPr>
          <p:cNvSpPr>
            <a:spLocks xmlns:a="http://schemas.openxmlformats.org/drawingml/2006/main" noGrp="1"/>
          </p:cNvSpPr>
          <p:nvPr/>
        </p:nvSpPr>
        <p:spPr>
          <a:xfrm xmlns:a="http://schemas.openxmlformats.org/drawingml/2006/main">
            <a:off x="6886575" y="48006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5F0DD"/>
                </a:solidFill>
                <a:latin typeface="Chalkboard"/>
                <a:ea typeface="Chalkboard"/>
                <a:cs typeface="Chalkboard"/>
              </a:defRPr>
            </a:pPr>
            <a:r>
              <a:rPr sz="1200" b="0">
                <a:solidFill>
                  <a:srgbClr val="F5F0DD"/>
                </a:solidFill>
                <a:latin typeface="Chalkboard"/>
                <a:ea typeface="Chalkboard"/>
                <a:cs typeface="Chalkboard"/>
              </a:rPr>
              <a:t>In addition to covering current events, Gidra also featured works of art and literature.</a:t>
            </a:r>
          </a:p>
        </p:txBody>
      </p:sp>
      <p:sp>
        <p:nvSpPr>
          <p:cNvPr id="45" name="">
            <a:extLst xmlns:a="http://schemas.openxmlformats.org/drawingml/2006/main">
              <a:ext uri="{FF2B5EF4-FFF2-40B4-BE49-F238E27FC236}">
                <a16:creationId xmlns:a16="http://schemas.microsoft.com/office/drawing/2014/main" id="{AFFE0941-7889-46B2-8A55-0079D42A2BF1}"/>
              </a:ext>
            </a:extLst>
          </p:cNvPr>
          <p:cNvSpPr>
            <a:spLocks xmlns:a="http://schemas.openxmlformats.org/drawingml/2006/main" noGrp="1"/>
          </p:cNvSpPr>
          <p:nvPr/>
        </p:nvSpPr>
        <p:spPr>
          <a:xfrm xmlns:a="http://schemas.openxmlformats.org/drawingml/2006/main">
            <a:off x="5000625" y="5810250"/>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183B2B"/>
                </a:solidFill>
                <a:latin typeface="Chalkboard"/>
                <a:ea typeface="Chalkboard"/>
                <a:cs typeface="Chalkboard"/>
              </a:defRPr>
            </a:pPr>
            <a:r>
              <a:rPr sz="2400" b="1">
                <a:solidFill>
                  <a:srgbClr val="183B2B"/>
                </a:solidFill>
                <a:latin typeface="Chalkboard"/>
                <a:ea typeface="Chalkboard"/>
                <a:cs typeface="Chalkboard"/>
              </a:rPr>
              <a:t>Answer: C</a:t>
            </a:r>
          </a:p>
        </p:txBody>
      </p:sp>
      <p:sp>
        <p:nvSpPr>
          <p:cNvPr id="46" name="">
            <a:extLst xmlns:a="http://schemas.openxmlformats.org/drawingml/2006/main">
              <a:ext uri="{FF2B5EF4-FFF2-40B4-BE49-F238E27FC236}">
                <a16:creationId xmlns:a16="http://schemas.microsoft.com/office/drawing/2014/main" id="{97FB3DF5-1D2F-4F57-B5C7-0D3F16665E37}"/>
              </a:ext>
            </a:extLst>
          </p:cNvPr>
          <p:cNvSpPr>
            <a:spLocks xmlns:a="http://schemas.openxmlformats.org/drawingml/2006/main" noGrp="1"/>
          </p:cNvSpPr>
          <p:nvPr/>
        </p:nvSpPr>
        <p:spPr>
          <a:xfrm xmlns:a="http://schemas.openxmlformats.org/drawingml/2006/main">
            <a:off x="552450" y="6286500"/>
            <a:ext cx="838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0">
                <a:solidFill>
                  <a:srgbClr val="B8C7B4"/>
                </a:solidFill>
                <a:latin typeface="Chalkboard"/>
                <a:ea typeface="Chalkboard"/>
                <a:cs typeface="Chalkboard"/>
              </a:defRPr>
            </a:pPr>
            <a:r>
              <a:rPr sz="825" b="0">
                <a:solidFill>
                  <a:srgbClr val="B8C7B4"/>
                </a:solidFill>
                <a:latin typeface="Chalkboard"/>
                <a:ea typeface="Chalkboard"/>
                <a:cs typeface="Chalkboard"/>
              </a:rPr>
              <a:t>Adapted as a classroom summary from Khan Academy SAT Reading and Writing: Command of Evidence: Textual.</a:t>
            </a:r>
          </a:p>
        </p:txBody>
      </p:sp>
    </p:spTree>
    <p:extLst>
      <p:ext uri="{BB962C8B-B14F-4D97-AF65-F5344CB8AC3E}">
        <p14:creationId xmlns:p14="http://schemas.microsoft.com/office/powerpoint/2010/main" val="118507783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9C4049D-3F13-453C-A718-66D9F0056F2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83B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7E70B54-192D-447B-BB3E-08FF41BF428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000">
              <a:alpha val="0"/>
            </a:srgbClr>
          </a:solidFill>
          <a:ln xmlns:a="http://schemas.openxmlformats.org/drawingml/2006/main" w="57150">
            <a:solidFill>
              <a:srgbClr val="0A1712"/>
            </a:solidFill>
            <a:prstDash val="solid"/>
          </a:ln>
        </p:spPr>
      </p:sp>
      <p:sp>
        <p:nvSpPr>
          <p:cNvPr id="3" name="">
            <a:extLst xmlns:a="http://schemas.openxmlformats.org/drawingml/2006/main">
              <a:ext uri="{FF2B5EF4-FFF2-40B4-BE49-F238E27FC236}">
                <a16:creationId xmlns:a16="http://schemas.microsoft.com/office/drawing/2014/main" id="{70436598-1DBC-42A0-8EB6-F234A55F5CD1}"/>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ED9D3C2-8B3D-47A2-8492-519AEBF8F019}"/>
              </a:ext>
            </a:extLst>
          </p:cNvPr>
          <p:cNvSpPr>
            <a:spLocks xmlns:a="http://schemas.openxmlformats.org/drawingml/2006/main" noGrp="1"/>
          </p:cNvSpPr>
          <p:nvPr/>
        </p:nvSpPr>
        <p:spPr>
          <a:xfrm xmlns:a="http://schemas.openxmlformats.org/drawingml/2006/main">
            <a:off x="0" y="6629400"/>
            <a:ext cx="12192000" cy="22860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9E4B634-33FD-4C55-9F01-72A2BE5AA725}"/>
              </a:ext>
            </a:extLst>
          </p:cNvPr>
          <p:cNvSpPr>
            <a:spLocks xmlns:a="http://schemas.openxmlformats.org/drawingml/2006/main" noGrp="1"/>
          </p:cNvSpPr>
          <p:nvPr/>
        </p:nvSpPr>
        <p:spPr>
          <a:xfrm xmlns:a="http://schemas.openxmlformats.org/drawingml/2006/main">
            <a:off x="552450" y="5524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6D1B608-2F9C-43DD-85B7-DD4E7823687F}"/>
              </a:ext>
            </a:extLst>
          </p:cNvPr>
          <p:cNvSpPr>
            <a:spLocks xmlns:a="http://schemas.openxmlformats.org/drawingml/2006/main" noGrp="1"/>
          </p:cNvSpPr>
          <p:nvPr/>
        </p:nvSpPr>
        <p:spPr>
          <a:xfrm xmlns:a="http://schemas.openxmlformats.org/drawingml/2006/main">
            <a:off x="2200275" y="14763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066E38F-C187-48CB-BA75-89D71E32FBCF}"/>
              </a:ext>
            </a:extLst>
          </p:cNvPr>
          <p:cNvSpPr>
            <a:spLocks xmlns:a="http://schemas.openxmlformats.org/drawingml/2006/main" noGrp="1"/>
          </p:cNvSpPr>
          <p:nvPr/>
        </p:nvSpPr>
        <p:spPr>
          <a:xfrm xmlns:a="http://schemas.openxmlformats.org/drawingml/2006/main">
            <a:off x="3848100" y="240030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96527A6-960A-45BA-AFD5-B3318C298F9A}"/>
              </a:ext>
            </a:extLst>
          </p:cNvPr>
          <p:cNvSpPr>
            <a:spLocks xmlns:a="http://schemas.openxmlformats.org/drawingml/2006/main" noGrp="1"/>
          </p:cNvSpPr>
          <p:nvPr/>
        </p:nvSpPr>
        <p:spPr>
          <a:xfrm xmlns:a="http://schemas.openxmlformats.org/drawingml/2006/main">
            <a:off x="5495925" y="332422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B0B28AA-320E-433B-AF68-90D9AC64DF58}"/>
              </a:ext>
            </a:extLst>
          </p:cNvPr>
          <p:cNvSpPr>
            <a:spLocks xmlns:a="http://schemas.openxmlformats.org/drawingml/2006/main" noGrp="1"/>
          </p:cNvSpPr>
          <p:nvPr/>
        </p:nvSpPr>
        <p:spPr>
          <a:xfrm xmlns:a="http://schemas.openxmlformats.org/drawingml/2006/main">
            <a:off x="7143750" y="424815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2463571-F63A-4710-B603-ACE81430A767}"/>
              </a:ext>
            </a:extLst>
          </p:cNvPr>
          <p:cNvSpPr>
            <a:spLocks xmlns:a="http://schemas.openxmlformats.org/drawingml/2006/main" noGrp="1"/>
          </p:cNvSpPr>
          <p:nvPr/>
        </p:nvSpPr>
        <p:spPr>
          <a:xfrm xmlns:a="http://schemas.openxmlformats.org/drawingml/2006/main">
            <a:off x="8791575" y="517207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5E99793-8106-49AA-82BA-08FC3015E2A9}"/>
              </a:ext>
            </a:extLst>
          </p:cNvPr>
          <p:cNvSpPr>
            <a:spLocks xmlns:a="http://schemas.openxmlformats.org/drawingml/2006/main" noGrp="1"/>
          </p:cNvSpPr>
          <p:nvPr/>
        </p:nvSpPr>
        <p:spPr>
          <a:xfrm xmlns:a="http://schemas.openxmlformats.org/drawingml/2006/main">
            <a:off x="10439400" y="68580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7025960-7D0F-4400-9298-42997405EC30}"/>
              </a:ext>
            </a:extLst>
          </p:cNvPr>
          <p:cNvSpPr>
            <a:spLocks xmlns:a="http://schemas.openxmlformats.org/drawingml/2006/main" noGrp="1"/>
          </p:cNvSpPr>
          <p:nvPr/>
        </p:nvSpPr>
        <p:spPr>
          <a:xfrm xmlns:a="http://schemas.openxmlformats.org/drawingml/2006/main">
            <a:off x="1038225" y="160972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E21774F-37AF-4E94-A072-7DFB791ACEE5}"/>
              </a:ext>
            </a:extLst>
          </p:cNvPr>
          <p:cNvSpPr>
            <a:spLocks xmlns:a="http://schemas.openxmlformats.org/drawingml/2006/main" noGrp="1"/>
          </p:cNvSpPr>
          <p:nvPr/>
        </p:nvSpPr>
        <p:spPr>
          <a:xfrm xmlns:a="http://schemas.openxmlformats.org/drawingml/2006/main">
            <a:off x="2686050" y="253365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78FAB99-4DC0-4796-ADB0-D9877C463157}"/>
              </a:ext>
            </a:extLst>
          </p:cNvPr>
          <p:cNvSpPr>
            <a:spLocks xmlns:a="http://schemas.openxmlformats.org/drawingml/2006/main" noGrp="1"/>
          </p:cNvSpPr>
          <p:nvPr/>
        </p:nvSpPr>
        <p:spPr>
          <a:xfrm xmlns:a="http://schemas.openxmlformats.org/drawingml/2006/main">
            <a:off x="4333875" y="345757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CFCEBE6-53F7-46D1-8F53-575C96E67C50}"/>
              </a:ext>
            </a:extLst>
          </p:cNvPr>
          <p:cNvSpPr>
            <a:spLocks xmlns:a="http://schemas.openxmlformats.org/drawingml/2006/main" noGrp="1"/>
          </p:cNvSpPr>
          <p:nvPr/>
        </p:nvSpPr>
        <p:spPr>
          <a:xfrm xmlns:a="http://schemas.openxmlformats.org/drawingml/2006/main">
            <a:off x="5981700" y="438150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0B117A2-077E-4131-B037-27FF42F373C3}"/>
              </a:ext>
            </a:extLst>
          </p:cNvPr>
          <p:cNvSpPr>
            <a:spLocks xmlns:a="http://schemas.openxmlformats.org/drawingml/2006/main" noGrp="1"/>
          </p:cNvSpPr>
          <p:nvPr/>
        </p:nvSpPr>
        <p:spPr>
          <a:xfrm xmlns:a="http://schemas.openxmlformats.org/drawingml/2006/main">
            <a:off x="7629525" y="530542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7DCBD30-56F4-4A3A-AF57-FC27B0820CF6}"/>
              </a:ext>
            </a:extLst>
          </p:cNvPr>
          <p:cNvSpPr>
            <a:spLocks xmlns:a="http://schemas.openxmlformats.org/drawingml/2006/main" noGrp="1"/>
          </p:cNvSpPr>
          <p:nvPr/>
        </p:nvSpPr>
        <p:spPr>
          <a:xfrm xmlns:a="http://schemas.openxmlformats.org/drawingml/2006/main">
            <a:off x="9277350" y="81915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58D8A71-F3A8-4FEB-ABB7-A77E2D786540}"/>
              </a:ext>
            </a:extLst>
          </p:cNvPr>
          <p:cNvSpPr>
            <a:spLocks xmlns:a="http://schemas.openxmlformats.org/drawingml/2006/main" noGrp="1"/>
          </p:cNvSpPr>
          <p:nvPr/>
        </p:nvSpPr>
        <p:spPr>
          <a:xfrm xmlns:a="http://schemas.openxmlformats.org/drawingml/2006/main">
            <a:off x="10925175" y="174307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EF553D0-07E7-40BC-89A2-AE88944207A8}"/>
              </a:ext>
            </a:extLst>
          </p:cNvPr>
          <p:cNvSpPr>
            <a:spLocks xmlns:a="http://schemas.openxmlformats.org/drawingml/2006/main" noGrp="1"/>
          </p:cNvSpPr>
          <p:nvPr/>
        </p:nvSpPr>
        <p:spPr>
          <a:xfrm xmlns:a="http://schemas.openxmlformats.org/drawingml/2006/main">
            <a:off x="1524000" y="266700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A7233BD-067F-41AB-8D7F-AFBCC26B1A34}"/>
              </a:ext>
            </a:extLst>
          </p:cNvPr>
          <p:cNvSpPr>
            <a:spLocks xmlns:a="http://schemas.openxmlformats.org/drawingml/2006/main" noGrp="1"/>
          </p:cNvSpPr>
          <p:nvPr/>
        </p:nvSpPr>
        <p:spPr>
          <a:xfrm xmlns:a="http://schemas.openxmlformats.org/drawingml/2006/main">
            <a:off x="3171825" y="359092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7A95B13-0305-464F-8083-58621501A008}"/>
              </a:ext>
            </a:extLst>
          </p:cNvPr>
          <p:cNvSpPr>
            <a:spLocks xmlns:a="http://schemas.openxmlformats.org/drawingml/2006/main" noGrp="1"/>
          </p:cNvSpPr>
          <p:nvPr/>
        </p:nvSpPr>
        <p:spPr>
          <a:xfrm xmlns:a="http://schemas.openxmlformats.org/drawingml/2006/main">
            <a:off x="4819650" y="451485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95C3887-3953-42F7-94ED-004E535633BB}"/>
              </a:ext>
            </a:extLst>
          </p:cNvPr>
          <p:cNvSpPr>
            <a:spLocks xmlns:a="http://schemas.openxmlformats.org/drawingml/2006/main" noGrp="1"/>
          </p:cNvSpPr>
          <p:nvPr/>
        </p:nvSpPr>
        <p:spPr>
          <a:xfrm xmlns:a="http://schemas.openxmlformats.org/drawingml/2006/main">
            <a:off x="6467475" y="543877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3FAC960-992C-4617-8D1C-8A784CB1B94D}"/>
              </a:ext>
            </a:extLst>
          </p:cNvPr>
          <p:cNvSpPr>
            <a:spLocks xmlns:a="http://schemas.openxmlformats.org/drawingml/2006/main" noGrp="1"/>
          </p:cNvSpPr>
          <p:nvPr/>
        </p:nvSpPr>
        <p:spPr>
          <a:xfrm xmlns:a="http://schemas.openxmlformats.org/drawingml/2006/main">
            <a:off x="8115300" y="95250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C86A953-8792-4ED5-9CAE-0C0DAF84EB68}"/>
              </a:ext>
            </a:extLst>
          </p:cNvPr>
          <p:cNvSpPr>
            <a:spLocks xmlns:a="http://schemas.openxmlformats.org/drawingml/2006/main" noGrp="1"/>
          </p:cNvSpPr>
          <p:nvPr/>
        </p:nvSpPr>
        <p:spPr>
          <a:xfrm xmlns:a="http://schemas.openxmlformats.org/drawingml/2006/main">
            <a:off x="9763125" y="187642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DDEF03F-CC89-4285-B668-785BEB807A7A}"/>
              </a:ext>
            </a:extLst>
          </p:cNvPr>
          <p:cNvSpPr>
            <a:spLocks xmlns:a="http://schemas.openxmlformats.org/drawingml/2006/main" noGrp="1"/>
          </p:cNvSpPr>
          <p:nvPr/>
        </p:nvSpPr>
        <p:spPr>
          <a:xfrm xmlns:a="http://schemas.openxmlformats.org/drawingml/2006/main">
            <a:off x="11410950" y="28003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20E8986-71D7-4D9D-8C02-02C12FE31B21}"/>
              </a:ext>
            </a:extLst>
          </p:cNvPr>
          <p:cNvSpPr>
            <a:spLocks xmlns:a="http://schemas.openxmlformats.org/drawingml/2006/main" noGrp="1"/>
          </p:cNvSpPr>
          <p:nvPr/>
        </p:nvSpPr>
        <p:spPr>
          <a:xfrm xmlns:a="http://schemas.openxmlformats.org/drawingml/2006/main">
            <a:off x="2009775" y="37242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EAED4CD-5197-49BF-8D56-B2F639782027}"/>
              </a:ext>
            </a:extLst>
          </p:cNvPr>
          <p:cNvSpPr>
            <a:spLocks xmlns:a="http://schemas.openxmlformats.org/drawingml/2006/main" noGrp="1"/>
          </p:cNvSpPr>
          <p:nvPr/>
        </p:nvSpPr>
        <p:spPr>
          <a:xfrm xmlns:a="http://schemas.openxmlformats.org/drawingml/2006/main">
            <a:off x="552450" y="4000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D9DFC8"/>
                </a:solidFill>
                <a:latin typeface="Chalkboard"/>
                <a:ea typeface="Chalkboard"/>
                <a:cs typeface="Chalkboard"/>
              </a:defRPr>
            </a:pPr>
            <a:r>
              <a:rPr sz="1125" b="1">
                <a:solidFill>
                  <a:srgbClr val="D9DFC8"/>
                </a:solidFill>
                <a:latin typeface="Chalkboard"/>
                <a:ea typeface="Chalkboard"/>
                <a:cs typeface="Chalkboard"/>
              </a:rPr>
              <a:t>FOUNDATIONS PRACTICE</a:t>
            </a:r>
          </a:p>
        </p:txBody>
      </p:sp>
      <p:sp>
        <p:nvSpPr>
          <p:cNvPr id="28" name="">
            <a:extLst xmlns:a="http://schemas.openxmlformats.org/drawingml/2006/main">
              <a:ext uri="{FF2B5EF4-FFF2-40B4-BE49-F238E27FC236}">
                <a16:creationId xmlns:a16="http://schemas.microsoft.com/office/drawing/2014/main" id="{5C39DB22-3FD4-4089-91AA-6267F7155D2A}"/>
              </a:ext>
            </a:extLst>
          </p:cNvPr>
          <p:cNvSpPr>
            <a:spLocks xmlns:a="http://schemas.openxmlformats.org/drawingml/2006/main" noGrp="1"/>
          </p:cNvSpPr>
          <p:nvPr/>
        </p:nvSpPr>
        <p:spPr>
          <a:xfrm xmlns:a="http://schemas.openxmlformats.org/drawingml/2006/main">
            <a:off x="11001375" y="6191250"/>
            <a:ext cx="60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1650" b="1">
                <a:solidFill>
                  <a:srgbClr val="D9DFC8"/>
                </a:solidFill>
                <a:latin typeface="Chalkboard"/>
                <a:ea typeface="Chalkboard"/>
                <a:cs typeface="Chalkboard"/>
              </a:defRPr>
            </a:pPr>
            <a:r>
              <a:rPr sz="1650" b="1">
                <a:solidFill>
                  <a:srgbClr val="D9DFC8"/>
                </a:solidFill>
                <a:latin typeface="Chalkboard"/>
                <a:ea typeface="Chalkboard"/>
                <a:cs typeface="Chalkboard"/>
              </a:rPr>
              <a:t>15</a:t>
            </a:r>
          </a:p>
        </p:txBody>
      </p:sp>
      <p:sp>
        <p:nvSpPr>
          <p:cNvPr id="29" name="">
            <a:extLst xmlns:a="http://schemas.openxmlformats.org/drawingml/2006/main">
              <a:ext uri="{FF2B5EF4-FFF2-40B4-BE49-F238E27FC236}">
                <a16:creationId xmlns:a16="http://schemas.microsoft.com/office/drawing/2014/main" id="{0CAE9165-F9B4-410D-B0A4-3802B6987880}"/>
              </a:ext>
            </a:extLst>
          </p:cNvPr>
          <p:cNvSpPr>
            <a:spLocks xmlns:a="http://schemas.openxmlformats.org/drawingml/2006/main" noGrp="1"/>
          </p:cNvSpPr>
          <p:nvPr/>
        </p:nvSpPr>
        <p:spPr>
          <a:xfrm xmlns:a="http://schemas.openxmlformats.org/drawingml/2006/main">
            <a:off x="685800" y="904875"/>
            <a:ext cx="8572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3750" b="1">
                <a:solidFill>
                  <a:srgbClr val="F5F0DD"/>
                </a:solidFill>
                <a:latin typeface="Chalkboard"/>
                <a:ea typeface="Chalkboard"/>
                <a:cs typeface="Chalkboard"/>
              </a:defRPr>
            </a:pPr>
            <a:r>
              <a:rPr sz="3750" b="1">
                <a:solidFill>
                  <a:srgbClr val="F5F0DD"/>
                </a:solidFill>
                <a:latin typeface="Chalkboard"/>
                <a:ea typeface="Chalkboard"/>
                <a:cs typeface="Chalkboard"/>
              </a:rPr>
              <a:t>Practice 4: Spring</a:t>
            </a:r>
          </a:p>
        </p:txBody>
      </p:sp>
      <p:sp>
        <p:nvSpPr>
          <p:cNvPr id="30" name="">
            <a:extLst xmlns:a="http://schemas.openxmlformats.org/drawingml/2006/main">
              <a:ext uri="{FF2B5EF4-FFF2-40B4-BE49-F238E27FC236}">
                <a16:creationId xmlns:a16="http://schemas.microsoft.com/office/drawing/2014/main" id="{0A161572-92AF-4362-A40D-7FD879962EF1}"/>
              </a:ext>
            </a:extLst>
          </p:cNvPr>
          <p:cNvSpPr>
            <a:spLocks xmlns:a="http://schemas.openxmlformats.org/drawingml/2006/main" noGrp="1"/>
          </p:cNvSpPr>
          <p:nvPr/>
        </p:nvSpPr>
        <p:spPr>
          <a:xfrm xmlns:a="http://schemas.openxmlformats.org/drawingml/2006/main">
            <a:off x="704850" y="2176463"/>
            <a:ext cx="9105900" cy="28575"/>
          </a:xfrm>
          <a:prstGeom xmlns:a="http://schemas.openxmlformats.org/drawingml/2006/main" prst="rect">
            <a:avLst/>
          </a:prstGeom>
          <a:solidFill xmlns:a="http://schemas.openxmlformats.org/drawingml/2006/main">
            <a:srgbClr val="F2D46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153B8106-FA57-417E-BF33-4B153EC3B303}"/>
              </a:ext>
            </a:extLst>
          </p:cNvPr>
          <p:cNvSpPr>
            <a:spLocks xmlns:a="http://schemas.openxmlformats.org/drawingml/2006/main" noGrp="1"/>
          </p:cNvSpPr>
          <p:nvPr/>
        </p:nvSpPr>
        <p:spPr>
          <a:xfrm xmlns:a="http://schemas.openxmlformats.org/drawingml/2006/main">
            <a:off x="723900" y="2362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D9DFC8"/>
                </a:solidFill>
                <a:latin typeface="Chalkboard"/>
                <a:ea typeface="Chalkboard"/>
                <a:cs typeface="Chalkboard"/>
              </a:defRPr>
            </a:pPr>
            <a:r>
              <a:rPr sz="1350" b="0">
                <a:solidFill>
                  <a:srgbClr val="D9DFC8"/>
                </a:solidFill>
                <a:latin typeface="Chalkboard"/>
                <a:ea typeface="Chalkboard"/>
                <a:cs typeface="Chalkboard"/>
              </a:rPr>
              <a:t>Question 4 of 4 from the lesson practice set.</a:t>
            </a:r>
          </a:p>
        </p:txBody>
      </p:sp>
      <p:sp>
        <p:nvSpPr>
          <p:cNvPr id="32" name="">
            <a:extLst xmlns:a="http://schemas.openxmlformats.org/drawingml/2006/main">
              <a:ext uri="{FF2B5EF4-FFF2-40B4-BE49-F238E27FC236}">
                <a16:creationId xmlns:a16="http://schemas.microsoft.com/office/drawing/2014/main" id="{F1BD31C5-9092-442A-92A4-CA96633B4C19}"/>
              </a:ext>
            </a:extLst>
          </p:cNvPr>
          <p:cNvSpPr>
            <a:spLocks xmlns:a="http://schemas.openxmlformats.org/drawingml/2006/main" noGrp="1"/>
          </p:cNvSpPr>
          <p:nvPr/>
        </p:nvSpPr>
        <p:spPr>
          <a:xfrm xmlns:a="http://schemas.openxmlformats.org/drawingml/2006/main">
            <a:off x="723900" y="2686050"/>
            <a:ext cx="990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5F0DD"/>
                </a:solidFill>
                <a:latin typeface="Chalkboard"/>
                <a:ea typeface="Chalkboard"/>
                <a:cs typeface="Chalkboard"/>
              </a:defRPr>
            </a:pPr>
            <a:r>
              <a:rPr sz="1350" b="0">
                <a:solidFill>
                  <a:srgbClr val="F5F0DD"/>
                </a:solidFill>
                <a:latin typeface="Chalkboard"/>
                <a:ea typeface="Chalkboard"/>
                <a:cs typeface="Chalkboard"/>
              </a:rPr>
              <a:t>In her 1921 poem "Spring," Edna St. Vincent Millay subverts conventional depictions of springtime. Instead of celebrating growth and renewal, Millay disputes the merit of the season entirely: ______</a:t>
            </a:r>
          </a:p>
          <a:p xmlns:a="http://schemas.openxmlformats.org/drawingml/2006/main">
            <a:r>
              <a:t/>
            </a:r>
          </a:p>
          <a:p xmlns:a="http://schemas.openxmlformats.org/drawingml/2006/main">
            <a:pPr algn="l">
              <a:defRPr sz="1350" b="0">
                <a:solidFill>
                  <a:srgbClr val="F5F0DD"/>
                </a:solidFill>
                <a:latin typeface="Chalkboard"/>
                <a:ea typeface="Chalkboard"/>
                <a:cs typeface="Chalkboard"/>
              </a:defRPr>
            </a:pPr>
            <a:r>
              <a:rPr sz="1350" b="0">
                <a:solidFill>
                  <a:srgbClr val="F5F0DD"/>
                </a:solidFill>
                <a:latin typeface="Chalkboard"/>
                <a:ea typeface="Chalkboard"/>
                <a:cs typeface="Chalkboard"/>
              </a:rPr>
              <a:t>Which quotation from "Spring" most effectively illustrates the claim?</a:t>
            </a:r>
          </a:p>
        </p:txBody>
      </p:sp>
      <p:sp>
        <p:nvSpPr>
          <p:cNvPr id="33" name="">
            <a:extLst xmlns:a="http://schemas.openxmlformats.org/drawingml/2006/main">
              <a:ext uri="{FF2B5EF4-FFF2-40B4-BE49-F238E27FC236}">
                <a16:creationId xmlns:a16="http://schemas.microsoft.com/office/drawing/2014/main" id="{FF14C22C-D5B6-4F06-80A9-5D82C9FA4BAD}"/>
              </a:ext>
            </a:extLst>
          </p:cNvPr>
          <p:cNvSpPr>
            <a:spLocks xmlns:a="http://schemas.openxmlformats.org/drawingml/2006/main" noGrp="1"/>
          </p:cNvSpPr>
          <p:nvPr/>
        </p:nvSpPr>
        <p:spPr>
          <a:xfrm xmlns:a="http://schemas.openxmlformats.org/drawingml/2006/main">
            <a:off x="723900" y="4000500"/>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F29B91"/>
            </a:solidFill>
            <a:prstDash val="solid"/>
          </a:ln>
        </p:spPr>
      </p:sp>
      <p:sp>
        <p:nvSpPr>
          <p:cNvPr id="34" name="">
            <a:extLst xmlns:a="http://schemas.openxmlformats.org/drawingml/2006/main">
              <a:ext uri="{FF2B5EF4-FFF2-40B4-BE49-F238E27FC236}">
                <a16:creationId xmlns:a16="http://schemas.microsoft.com/office/drawing/2014/main" id="{3E118F04-4777-400B-9F3A-3F4234A0D52B}"/>
              </a:ext>
            </a:extLst>
          </p:cNvPr>
          <p:cNvSpPr>
            <a:spLocks xmlns:a="http://schemas.openxmlformats.org/drawingml/2006/main" noGrp="1"/>
          </p:cNvSpPr>
          <p:nvPr/>
        </p:nvSpPr>
        <p:spPr>
          <a:xfrm xmlns:a="http://schemas.openxmlformats.org/drawingml/2006/main">
            <a:off x="723900" y="408622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29B91"/>
                </a:solidFill>
                <a:latin typeface="Chalkboard"/>
                <a:ea typeface="Chalkboard"/>
                <a:cs typeface="Chalkboard"/>
              </a:defRPr>
            </a:pPr>
            <a:r>
              <a:rPr sz="1275" b="1">
                <a:solidFill>
                  <a:srgbClr val="F29B91"/>
                </a:solidFill>
                <a:latin typeface="Chalkboard"/>
                <a:ea typeface="Chalkboard"/>
                <a:cs typeface="Chalkboard"/>
              </a:rPr>
              <a:t>A</a:t>
            </a:r>
          </a:p>
        </p:txBody>
      </p:sp>
      <p:sp>
        <p:nvSpPr>
          <p:cNvPr id="35" name="">
            <a:extLst xmlns:a="http://schemas.openxmlformats.org/drawingml/2006/main">
              <a:ext uri="{FF2B5EF4-FFF2-40B4-BE49-F238E27FC236}">
                <a16:creationId xmlns:a16="http://schemas.microsoft.com/office/drawing/2014/main" id="{FF19939C-A02A-4DDF-BF91-0A4AF4AF3F15}"/>
              </a:ext>
            </a:extLst>
          </p:cNvPr>
          <p:cNvSpPr>
            <a:spLocks xmlns:a="http://schemas.openxmlformats.org/drawingml/2006/main" noGrp="1"/>
          </p:cNvSpPr>
          <p:nvPr/>
        </p:nvSpPr>
        <p:spPr>
          <a:xfrm xmlns:a="http://schemas.openxmlformats.org/drawingml/2006/main">
            <a:off x="1276350" y="401955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5F0DD"/>
                </a:solidFill>
                <a:latin typeface="Chalkboard"/>
                <a:ea typeface="Chalkboard"/>
                <a:cs typeface="Chalkboard"/>
              </a:defRPr>
            </a:pPr>
            <a:r>
              <a:rPr sz="1200" b="0">
                <a:solidFill>
                  <a:srgbClr val="F5F0DD"/>
                </a:solidFill>
                <a:latin typeface="Chalkboard"/>
                <a:ea typeface="Chalkboard"/>
                <a:cs typeface="Chalkboard"/>
              </a:rPr>
              <a:t>"The sun is hot on my neck as I observe / The spikes of the crocus."</a:t>
            </a:r>
          </a:p>
        </p:txBody>
      </p:sp>
      <p:sp>
        <p:nvSpPr>
          <p:cNvPr id="36" name="">
            <a:extLst xmlns:a="http://schemas.openxmlformats.org/drawingml/2006/main">
              <a:ext uri="{FF2B5EF4-FFF2-40B4-BE49-F238E27FC236}">
                <a16:creationId xmlns:a16="http://schemas.microsoft.com/office/drawing/2014/main" id="{0CB75766-23A5-48EE-9070-20BC763CC053}"/>
              </a:ext>
            </a:extLst>
          </p:cNvPr>
          <p:cNvSpPr>
            <a:spLocks xmlns:a="http://schemas.openxmlformats.org/drawingml/2006/main" noGrp="1"/>
          </p:cNvSpPr>
          <p:nvPr/>
        </p:nvSpPr>
        <p:spPr>
          <a:xfrm xmlns:a="http://schemas.openxmlformats.org/drawingml/2006/main">
            <a:off x="6334125" y="4000500"/>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9FE3B4"/>
            </a:solidFill>
            <a:prstDash val="solid"/>
          </a:ln>
        </p:spPr>
      </p:sp>
      <p:sp>
        <p:nvSpPr>
          <p:cNvPr id="37" name="">
            <a:extLst xmlns:a="http://schemas.openxmlformats.org/drawingml/2006/main">
              <a:ext uri="{FF2B5EF4-FFF2-40B4-BE49-F238E27FC236}">
                <a16:creationId xmlns:a16="http://schemas.microsoft.com/office/drawing/2014/main" id="{24F456D3-7268-4397-985C-3B16B8067AA4}"/>
              </a:ext>
            </a:extLst>
          </p:cNvPr>
          <p:cNvSpPr>
            <a:spLocks xmlns:a="http://schemas.openxmlformats.org/drawingml/2006/main" noGrp="1"/>
          </p:cNvSpPr>
          <p:nvPr/>
        </p:nvSpPr>
        <p:spPr>
          <a:xfrm xmlns:a="http://schemas.openxmlformats.org/drawingml/2006/main">
            <a:off x="6334125" y="408622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9FE3B4"/>
                </a:solidFill>
                <a:latin typeface="Chalkboard"/>
                <a:ea typeface="Chalkboard"/>
                <a:cs typeface="Chalkboard"/>
              </a:defRPr>
            </a:pPr>
            <a:r>
              <a:rPr sz="1275" b="1">
                <a:solidFill>
                  <a:srgbClr val="9FE3B4"/>
                </a:solidFill>
                <a:latin typeface="Chalkboard"/>
                <a:ea typeface="Chalkboard"/>
                <a:cs typeface="Chalkboard"/>
              </a:rPr>
              <a:t>B</a:t>
            </a:r>
          </a:p>
        </p:txBody>
      </p:sp>
      <p:sp>
        <p:nvSpPr>
          <p:cNvPr id="38" name="">
            <a:extLst xmlns:a="http://schemas.openxmlformats.org/drawingml/2006/main">
              <a:ext uri="{FF2B5EF4-FFF2-40B4-BE49-F238E27FC236}">
                <a16:creationId xmlns:a16="http://schemas.microsoft.com/office/drawing/2014/main" id="{5CC6A5C5-49B1-4399-8F31-FB96938B086D}"/>
              </a:ext>
            </a:extLst>
          </p:cNvPr>
          <p:cNvSpPr>
            <a:spLocks xmlns:a="http://schemas.openxmlformats.org/drawingml/2006/main" noGrp="1"/>
          </p:cNvSpPr>
          <p:nvPr/>
        </p:nvSpPr>
        <p:spPr>
          <a:xfrm xmlns:a="http://schemas.openxmlformats.org/drawingml/2006/main">
            <a:off x="6886575" y="401955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5F0DD"/>
                </a:solidFill>
                <a:latin typeface="Chalkboard"/>
                <a:ea typeface="Chalkboard"/>
                <a:cs typeface="Chalkboard"/>
              </a:defRPr>
            </a:pPr>
            <a:r>
              <a:rPr sz="1200" b="0">
                <a:solidFill>
                  <a:srgbClr val="F5F0DD"/>
                </a:solidFill>
                <a:latin typeface="Chalkboard"/>
                <a:ea typeface="Chalkboard"/>
                <a:cs typeface="Chalkboard"/>
              </a:rPr>
              <a:t>"The smell of the earth is good. / It is apparent that there is no death."</a:t>
            </a:r>
          </a:p>
        </p:txBody>
      </p:sp>
      <p:sp>
        <p:nvSpPr>
          <p:cNvPr id="39" name="">
            <a:extLst xmlns:a="http://schemas.openxmlformats.org/drawingml/2006/main">
              <a:ext uri="{FF2B5EF4-FFF2-40B4-BE49-F238E27FC236}">
                <a16:creationId xmlns:a16="http://schemas.microsoft.com/office/drawing/2014/main" id="{620F51DB-A395-4DA3-A9A0-FC107696C83D}"/>
              </a:ext>
            </a:extLst>
          </p:cNvPr>
          <p:cNvSpPr>
            <a:spLocks xmlns:a="http://schemas.openxmlformats.org/drawingml/2006/main" noGrp="1"/>
          </p:cNvSpPr>
          <p:nvPr/>
        </p:nvSpPr>
        <p:spPr>
          <a:xfrm xmlns:a="http://schemas.openxmlformats.org/drawingml/2006/main">
            <a:off x="723900" y="4781550"/>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F2D46B"/>
            </a:solidFill>
            <a:prstDash val="solid"/>
          </a:ln>
        </p:spPr>
      </p:sp>
      <p:sp>
        <p:nvSpPr>
          <p:cNvPr id="40" name="">
            <a:extLst xmlns:a="http://schemas.openxmlformats.org/drawingml/2006/main">
              <a:ext uri="{FF2B5EF4-FFF2-40B4-BE49-F238E27FC236}">
                <a16:creationId xmlns:a16="http://schemas.microsoft.com/office/drawing/2014/main" id="{457E7183-16B2-49EE-8C33-36636B973A32}"/>
              </a:ext>
            </a:extLst>
          </p:cNvPr>
          <p:cNvSpPr>
            <a:spLocks xmlns:a="http://schemas.openxmlformats.org/drawingml/2006/main" noGrp="1"/>
          </p:cNvSpPr>
          <p:nvPr/>
        </p:nvSpPr>
        <p:spPr>
          <a:xfrm xmlns:a="http://schemas.openxmlformats.org/drawingml/2006/main">
            <a:off x="723900" y="48672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2D46B"/>
                </a:solidFill>
                <a:latin typeface="Chalkboard"/>
                <a:ea typeface="Chalkboard"/>
                <a:cs typeface="Chalkboard"/>
              </a:defRPr>
            </a:pPr>
            <a:r>
              <a:rPr sz="1275" b="1">
                <a:solidFill>
                  <a:srgbClr val="F2D46B"/>
                </a:solidFill>
                <a:latin typeface="Chalkboard"/>
                <a:ea typeface="Chalkboard"/>
                <a:cs typeface="Chalkboard"/>
              </a:rPr>
              <a:t>C</a:t>
            </a:r>
          </a:p>
        </p:txBody>
      </p:sp>
      <p:sp>
        <p:nvSpPr>
          <p:cNvPr id="41" name="">
            <a:extLst xmlns:a="http://schemas.openxmlformats.org/drawingml/2006/main">
              <a:ext uri="{FF2B5EF4-FFF2-40B4-BE49-F238E27FC236}">
                <a16:creationId xmlns:a16="http://schemas.microsoft.com/office/drawing/2014/main" id="{6AA529B0-B8BA-4E11-AF09-9359BCA80AC1}"/>
              </a:ext>
            </a:extLst>
          </p:cNvPr>
          <p:cNvSpPr>
            <a:spLocks xmlns:a="http://schemas.openxmlformats.org/drawingml/2006/main" noGrp="1"/>
          </p:cNvSpPr>
          <p:nvPr/>
        </p:nvSpPr>
        <p:spPr>
          <a:xfrm xmlns:a="http://schemas.openxmlformats.org/drawingml/2006/main">
            <a:off x="1276350" y="48006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5F0DD"/>
                </a:solidFill>
                <a:latin typeface="Chalkboard"/>
                <a:ea typeface="Chalkboard"/>
                <a:cs typeface="Chalkboard"/>
              </a:defRPr>
            </a:pPr>
            <a:r>
              <a:rPr sz="1200" b="0">
                <a:solidFill>
                  <a:srgbClr val="F5F0DD"/>
                </a:solidFill>
                <a:latin typeface="Chalkboard"/>
                <a:ea typeface="Chalkboard"/>
                <a:cs typeface="Chalkboard"/>
              </a:rPr>
              <a:t>"To what purpose, April, do you return again? / Beauty is not enough."</a:t>
            </a:r>
          </a:p>
        </p:txBody>
      </p:sp>
      <p:sp>
        <p:nvSpPr>
          <p:cNvPr id="42" name="">
            <a:extLst xmlns:a="http://schemas.openxmlformats.org/drawingml/2006/main">
              <a:ext uri="{FF2B5EF4-FFF2-40B4-BE49-F238E27FC236}">
                <a16:creationId xmlns:a16="http://schemas.microsoft.com/office/drawing/2014/main" id="{694976AD-2F53-4F4F-9593-90BB1A5260D1}"/>
              </a:ext>
            </a:extLst>
          </p:cNvPr>
          <p:cNvSpPr>
            <a:spLocks xmlns:a="http://schemas.openxmlformats.org/drawingml/2006/main" noGrp="1"/>
          </p:cNvSpPr>
          <p:nvPr/>
        </p:nvSpPr>
        <p:spPr>
          <a:xfrm xmlns:a="http://schemas.openxmlformats.org/drawingml/2006/main">
            <a:off x="6334125" y="4781550"/>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A9D8FF"/>
            </a:solidFill>
            <a:prstDash val="solid"/>
          </a:ln>
        </p:spPr>
      </p:sp>
      <p:sp>
        <p:nvSpPr>
          <p:cNvPr id="43" name="">
            <a:extLst xmlns:a="http://schemas.openxmlformats.org/drawingml/2006/main">
              <a:ext uri="{FF2B5EF4-FFF2-40B4-BE49-F238E27FC236}">
                <a16:creationId xmlns:a16="http://schemas.microsoft.com/office/drawing/2014/main" id="{329190F5-8A06-430B-8615-5977A02619F2}"/>
              </a:ext>
            </a:extLst>
          </p:cNvPr>
          <p:cNvSpPr>
            <a:spLocks xmlns:a="http://schemas.openxmlformats.org/drawingml/2006/main" noGrp="1"/>
          </p:cNvSpPr>
          <p:nvPr/>
        </p:nvSpPr>
        <p:spPr>
          <a:xfrm xmlns:a="http://schemas.openxmlformats.org/drawingml/2006/main">
            <a:off x="6334125" y="4867275"/>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A9D8FF"/>
                </a:solidFill>
                <a:latin typeface="Chalkboard"/>
                <a:ea typeface="Chalkboard"/>
                <a:cs typeface="Chalkboard"/>
              </a:defRPr>
            </a:pPr>
            <a:r>
              <a:rPr sz="1275" b="1">
                <a:solidFill>
                  <a:srgbClr val="A9D8FF"/>
                </a:solidFill>
                <a:latin typeface="Chalkboard"/>
                <a:ea typeface="Chalkboard"/>
                <a:cs typeface="Chalkboard"/>
              </a:rPr>
              <a:t>D</a:t>
            </a:r>
          </a:p>
        </p:txBody>
      </p:sp>
      <p:sp>
        <p:nvSpPr>
          <p:cNvPr id="44" name="">
            <a:extLst xmlns:a="http://schemas.openxmlformats.org/drawingml/2006/main">
              <a:ext uri="{FF2B5EF4-FFF2-40B4-BE49-F238E27FC236}">
                <a16:creationId xmlns:a16="http://schemas.microsoft.com/office/drawing/2014/main" id="{72C90C7B-EEA7-4A6D-904C-52AF4BB5DE1E}"/>
              </a:ext>
            </a:extLst>
          </p:cNvPr>
          <p:cNvSpPr>
            <a:spLocks xmlns:a="http://schemas.openxmlformats.org/drawingml/2006/main" noGrp="1"/>
          </p:cNvSpPr>
          <p:nvPr/>
        </p:nvSpPr>
        <p:spPr>
          <a:xfrm xmlns:a="http://schemas.openxmlformats.org/drawingml/2006/main">
            <a:off x="6886575" y="48006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5F0DD"/>
                </a:solidFill>
                <a:latin typeface="Chalkboard"/>
                <a:ea typeface="Chalkboard"/>
                <a:cs typeface="Chalkboard"/>
              </a:defRPr>
            </a:pPr>
            <a:r>
              <a:rPr sz="1200" b="0">
                <a:solidFill>
                  <a:srgbClr val="F5F0DD"/>
                </a:solidFill>
                <a:latin typeface="Chalkboard"/>
                <a:ea typeface="Chalkboard"/>
                <a:cs typeface="Chalkboard"/>
              </a:rPr>
              <a:t>"Life in itself / Is nothing, / An empty cup, a flight of uncarpeted stairs."</a:t>
            </a:r>
          </a:p>
        </p:txBody>
      </p:sp>
      <p:sp>
        <p:nvSpPr>
          <p:cNvPr id="45" name="">
            <a:extLst xmlns:a="http://schemas.openxmlformats.org/drawingml/2006/main">
              <a:ext uri="{FF2B5EF4-FFF2-40B4-BE49-F238E27FC236}">
                <a16:creationId xmlns:a16="http://schemas.microsoft.com/office/drawing/2014/main" id="{E2604394-7E76-4878-9AB9-44D067633B3E}"/>
              </a:ext>
            </a:extLst>
          </p:cNvPr>
          <p:cNvSpPr>
            <a:spLocks xmlns:a="http://schemas.openxmlformats.org/drawingml/2006/main" noGrp="1"/>
          </p:cNvSpPr>
          <p:nvPr/>
        </p:nvSpPr>
        <p:spPr>
          <a:xfrm xmlns:a="http://schemas.openxmlformats.org/drawingml/2006/main">
            <a:off x="5000625" y="5810250"/>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183B2B"/>
                </a:solidFill>
                <a:latin typeface="Chalkboard"/>
                <a:ea typeface="Chalkboard"/>
                <a:cs typeface="Chalkboard"/>
              </a:defRPr>
            </a:pPr>
            <a:r>
              <a:rPr sz="2400" b="1">
                <a:solidFill>
                  <a:srgbClr val="183B2B"/>
                </a:solidFill>
                <a:latin typeface="Chalkboard"/>
                <a:ea typeface="Chalkboard"/>
                <a:cs typeface="Chalkboard"/>
              </a:rPr>
              <a:t>Answer: C</a:t>
            </a:r>
          </a:p>
        </p:txBody>
      </p:sp>
      <p:sp>
        <p:nvSpPr>
          <p:cNvPr id="46" name="">
            <a:extLst xmlns:a="http://schemas.openxmlformats.org/drawingml/2006/main">
              <a:ext uri="{FF2B5EF4-FFF2-40B4-BE49-F238E27FC236}">
                <a16:creationId xmlns:a16="http://schemas.microsoft.com/office/drawing/2014/main" id="{6189A0F9-B464-4045-AF6A-B59A1C19F198}"/>
              </a:ext>
            </a:extLst>
          </p:cNvPr>
          <p:cNvSpPr>
            <a:spLocks xmlns:a="http://schemas.openxmlformats.org/drawingml/2006/main" noGrp="1"/>
          </p:cNvSpPr>
          <p:nvPr/>
        </p:nvSpPr>
        <p:spPr>
          <a:xfrm xmlns:a="http://schemas.openxmlformats.org/drawingml/2006/main">
            <a:off x="552450" y="6286500"/>
            <a:ext cx="838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0">
                <a:solidFill>
                  <a:srgbClr val="B8C7B4"/>
                </a:solidFill>
                <a:latin typeface="Chalkboard"/>
                <a:ea typeface="Chalkboard"/>
                <a:cs typeface="Chalkboard"/>
              </a:defRPr>
            </a:pPr>
            <a:r>
              <a:rPr sz="825" b="0">
                <a:solidFill>
                  <a:srgbClr val="B8C7B4"/>
                </a:solidFill>
                <a:latin typeface="Chalkboard"/>
                <a:ea typeface="Chalkboard"/>
                <a:cs typeface="Chalkboard"/>
              </a:rPr>
              <a:t>Adapted as a classroom summary from Khan Academy SAT Reading and Writing: Command of Evidence: Textual.</a:t>
            </a:r>
          </a:p>
        </p:txBody>
      </p:sp>
    </p:spTree>
    <p:extLst>
      <p:ext uri="{BB962C8B-B14F-4D97-AF65-F5344CB8AC3E}">
        <p14:creationId xmlns:p14="http://schemas.microsoft.com/office/powerpoint/2010/main" val="212903830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E321A6C-DB77-4CAD-994D-CB68E34EB2E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83B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EABC5EA-983F-4870-A4DA-DC4A33A8A3A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000">
              <a:alpha val="0"/>
            </a:srgbClr>
          </a:solidFill>
          <a:ln xmlns:a="http://schemas.openxmlformats.org/drawingml/2006/main" w="57150">
            <a:solidFill>
              <a:srgbClr val="0A1712"/>
            </a:solidFill>
            <a:prstDash val="solid"/>
          </a:ln>
        </p:spPr>
      </p:sp>
      <p:sp>
        <p:nvSpPr>
          <p:cNvPr id="3" name="">
            <a:extLst xmlns:a="http://schemas.openxmlformats.org/drawingml/2006/main">
              <a:ext uri="{FF2B5EF4-FFF2-40B4-BE49-F238E27FC236}">
                <a16:creationId xmlns:a16="http://schemas.microsoft.com/office/drawing/2014/main" id="{ACDDA128-7A37-4C00-B0F0-BBC0E901D787}"/>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F2CE590-32C5-4487-9BC6-0AAEC42371B7}"/>
              </a:ext>
            </a:extLst>
          </p:cNvPr>
          <p:cNvSpPr>
            <a:spLocks xmlns:a="http://schemas.openxmlformats.org/drawingml/2006/main" noGrp="1"/>
          </p:cNvSpPr>
          <p:nvPr/>
        </p:nvSpPr>
        <p:spPr>
          <a:xfrm xmlns:a="http://schemas.openxmlformats.org/drawingml/2006/main">
            <a:off x="0" y="6629400"/>
            <a:ext cx="12192000" cy="22860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067FE4B-85E8-4171-8593-2BD65666DBFD}"/>
              </a:ext>
            </a:extLst>
          </p:cNvPr>
          <p:cNvSpPr>
            <a:spLocks xmlns:a="http://schemas.openxmlformats.org/drawingml/2006/main" noGrp="1"/>
          </p:cNvSpPr>
          <p:nvPr/>
        </p:nvSpPr>
        <p:spPr>
          <a:xfrm xmlns:a="http://schemas.openxmlformats.org/drawingml/2006/main">
            <a:off x="552450" y="5524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1A09FF4-6655-4AC8-A1D7-F0507E61B51A}"/>
              </a:ext>
            </a:extLst>
          </p:cNvPr>
          <p:cNvSpPr>
            <a:spLocks xmlns:a="http://schemas.openxmlformats.org/drawingml/2006/main" noGrp="1"/>
          </p:cNvSpPr>
          <p:nvPr/>
        </p:nvSpPr>
        <p:spPr>
          <a:xfrm xmlns:a="http://schemas.openxmlformats.org/drawingml/2006/main">
            <a:off x="2200275" y="14763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A502A73-34DD-43E5-9989-CFC8C95E457C}"/>
              </a:ext>
            </a:extLst>
          </p:cNvPr>
          <p:cNvSpPr>
            <a:spLocks xmlns:a="http://schemas.openxmlformats.org/drawingml/2006/main" noGrp="1"/>
          </p:cNvSpPr>
          <p:nvPr/>
        </p:nvSpPr>
        <p:spPr>
          <a:xfrm xmlns:a="http://schemas.openxmlformats.org/drawingml/2006/main">
            <a:off x="3848100" y="240030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DD673EE-6CDF-4F83-99E4-B87B443D3CB5}"/>
              </a:ext>
            </a:extLst>
          </p:cNvPr>
          <p:cNvSpPr>
            <a:spLocks xmlns:a="http://schemas.openxmlformats.org/drawingml/2006/main" noGrp="1"/>
          </p:cNvSpPr>
          <p:nvPr/>
        </p:nvSpPr>
        <p:spPr>
          <a:xfrm xmlns:a="http://schemas.openxmlformats.org/drawingml/2006/main">
            <a:off x="5495925" y="332422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A519548-8B5B-4CA8-81FF-DAD6FBF4E7B9}"/>
              </a:ext>
            </a:extLst>
          </p:cNvPr>
          <p:cNvSpPr>
            <a:spLocks xmlns:a="http://schemas.openxmlformats.org/drawingml/2006/main" noGrp="1"/>
          </p:cNvSpPr>
          <p:nvPr/>
        </p:nvSpPr>
        <p:spPr>
          <a:xfrm xmlns:a="http://schemas.openxmlformats.org/drawingml/2006/main">
            <a:off x="7143750" y="424815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547AB27-F242-4AEA-8138-CB06CF1253D5}"/>
              </a:ext>
            </a:extLst>
          </p:cNvPr>
          <p:cNvSpPr>
            <a:spLocks xmlns:a="http://schemas.openxmlformats.org/drawingml/2006/main" noGrp="1"/>
          </p:cNvSpPr>
          <p:nvPr/>
        </p:nvSpPr>
        <p:spPr>
          <a:xfrm xmlns:a="http://schemas.openxmlformats.org/drawingml/2006/main">
            <a:off x="8791575" y="517207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8EEA275-7BC2-46E4-8495-9842503DA23C}"/>
              </a:ext>
            </a:extLst>
          </p:cNvPr>
          <p:cNvSpPr>
            <a:spLocks xmlns:a="http://schemas.openxmlformats.org/drawingml/2006/main" noGrp="1"/>
          </p:cNvSpPr>
          <p:nvPr/>
        </p:nvSpPr>
        <p:spPr>
          <a:xfrm xmlns:a="http://schemas.openxmlformats.org/drawingml/2006/main">
            <a:off x="10439400" y="68580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FC06BD-BEFA-45B7-8063-FBA39575CE7E}"/>
              </a:ext>
            </a:extLst>
          </p:cNvPr>
          <p:cNvSpPr>
            <a:spLocks xmlns:a="http://schemas.openxmlformats.org/drawingml/2006/main" noGrp="1"/>
          </p:cNvSpPr>
          <p:nvPr/>
        </p:nvSpPr>
        <p:spPr>
          <a:xfrm xmlns:a="http://schemas.openxmlformats.org/drawingml/2006/main">
            <a:off x="1038225" y="160972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E92332F-C80B-4341-9826-CE183F519BBB}"/>
              </a:ext>
            </a:extLst>
          </p:cNvPr>
          <p:cNvSpPr>
            <a:spLocks xmlns:a="http://schemas.openxmlformats.org/drawingml/2006/main" noGrp="1"/>
          </p:cNvSpPr>
          <p:nvPr/>
        </p:nvSpPr>
        <p:spPr>
          <a:xfrm xmlns:a="http://schemas.openxmlformats.org/drawingml/2006/main">
            <a:off x="2686050" y="253365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C24B40D-BF6D-4C26-AC50-BF95B3FF721D}"/>
              </a:ext>
            </a:extLst>
          </p:cNvPr>
          <p:cNvSpPr>
            <a:spLocks xmlns:a="http://schemas.openxmlformats.org/drawingml/2006/main" noGrp="1"/>
          </p:cNvSpPr>
          <p:nvPr/>
        </p:nvSpPr>
        <p:spPr>
          <a:xfrm xmlns:a="http://schemas.openxmlformats.org/drawingml/2006/main">
            <a:off x="4333875" y="345757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9CE87B3-BCB4-4F40-B997-13C54D6264D0}"/>
              </a:ext>
            </a:extLst>
          </p:cNvPr>
          <p:cNvSpPr>
            <a:spLocks xmlns:a="http://schemas.openxmlformats.org/drawingml/2006/main" noGrp="1"/>
          </p:cNvSpPr>
          <p:nvPr/>
        </p:nvSpPr>
        <p:spPr>
          <a:xfrm xmlns:a="http://schemas.openxmlformats.org/drawingml/2006/main">
            <a:off x="5981700" y="438150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3003CC9-1496-463E-B009-8196C8287717}"/>
              </a:ext>
            </a:extLst>
          </p:cNvPr>
          <p:cNvSpPr>
            <a:spLocks xmlns:a="http://schemas.openxmlformats.org/drawingml/2006/main" noGrp="1"/>
          </p:cNvSpPr>
          <p:nvPr/>
        </p:nvSpPr>
        <p:spPr>
          <a:xfrm xmlns:a="http://schemas.openxmlformats.org/drawingml/2006/main">
            <a:off x="7629525" y="530542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B325F40-1145-4CEF-8AAC-773C17C9B842}"/>
              </a:ext>
            </a:extLst>
          </p:cNvPr>
          <p:cNvSpPr>
            <a:spLocks xmlns:a="http://schemas.openxmlformats.org/drawingml/2006/main" noGrp="1"/>
          </p:cNvSpPr>
          <p:nvPr/>
        </p:nvSpPr>
        <p:spPr>
          <a:xfrm xmlns:a="http://schemas.openxmlformats.org/drawingml/2006/main">
            <a:off x="9277350" y="81915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7D0B943-53DC-4C35-BFF5-D1876016D220}"/>
              </a:ext>
            </a:extLst>
          </p:cNvPr>
          <p:cNvSpPr>
            <a:spLocks xmlns:a="http://schemas.openxmlformats.org/drawingml/2006/main" noGrp="1"/>
          </p:cNvSpPr>
          <p:nvPr/>
        </p:nvSpPr>
        <p:spPr>
          <a:xfrm xmlns:a="http://schemas.openxmlformats.org/drawingml/2006/main">
            <a:off x="10925175" y="174307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00CED6B-9354-48F9-AB23-0FD22EFB2D84}"/>
              </a:ext>
            </a:extLst>
          </p:cNvPr>
          <p:cNvSpPr>
            <a:spLocks xmlns:a="http://schemas.openxmlformats.org/drawingml/2006/main" noGrp="1"/>
          </p:cNvSpPr>
          <p:nvPr/>
        </p:nvSpPr>
        <p:spPr>
          <a:xfrm xmlns:a="http://schemas.openxmlformats.org/drawingml/2006/main">
            <a:off x="1524000" y="266700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9C39E7C-0A93-40F9-BEE4-7A9AFBDA638F}"/>
              </a:ext>
            </a:extLst>
          </p:cNvPr>
          <p:cNvSpPr>
            <a:spLocks xmlns:a="http://schemas.openxmlformats.org/drawingml/2006/main" noGrp="1"/>
          </p:cNvSpPr>
          <p:nvPr/>
        </p:nvSpPr>
        <p:spPr>
          <a:xfrm xmlns:a="http://schemas.openxmlformats.org/drawingml/2006/main">
            <a:off x="3171825" y="359092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5B42C5E-FE9F-4FDA-8FF6-EBF2B6C75B06}"/>
              </a:ext>
            </a:extLst>
          </p:cNvPr>
          <p:cNvSpPr>
            <a:spLocks xmlns:a="http://schemas.openxmlformats.org/drawingml/2006/main" noGrp="1"/>
          </p:cNvSpPr>
          <p:nvPr/>
        </p:nvSpPr>
        <p:spPr>
          <a:xfrm xmlns:a="http://schemas.openxmlformats.org/drawingml/2006/main">
            <a:off x="4819650" y="451485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1F15924-62CB-41D1-A2F3-43862D8CC902}"/>
              </a:ext>
            </a:extLst>
          </p:cNvPr>
          <p:cNvSpPr>
            <a:spLocks xmlns:a="http://schemas.openxmlformats.org/drawingml/2006/main" noGrp="1"/>
          </p:cNvSpPr>
          <p:nvPr/>
        </p:nvSpPr>
        <p:spPr>
          <a:xfrm xmlns:a="http://schemas.openxmlformats.org/drawingml/2006/main">
            <a:off x="6467475" y="543877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9A5D74A-DDD1-437A-9418-083152A519F3}"/>
              </a:ext>
            </a:extLst>
          </p:cNvPr>
          <p:cNvSpPr>
            <a:spLocks xmlns:a="http://schemas.openxmlformats.org/drawingml/2006/main" noGrp="1"/>
          </p:cNvSpPr>
          <p:nvPr/>
        </p:nvSpPr>
        <p:spPr>
          <a:xfrm xmlns:a="http://schemas.openxmlformats.org/drawingml/2006/main">
            <a:off x="8115300" y="95250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172E2E3-CB77-4602-AF3A-C2A5069B82EB}"/>
              </a:ext>
            </a:extLst>
          </p:cNvPr>
          <p:cNvSpPr>
            <a:spLocks xmlns:a="http://schemas.openxmlformats.org/drawingml/2006/main" noGrp="1"/>
          </p:cNvSpPr>
          <p:nvPr/>
        </p:nvSpPr>
        <p:spPr>
          <a:xfrm xmlns:a="http://schemas.openxmlformats.org/drawingml/2006/main">
            <a:off x="9763125" y="187642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3FED406-D6E2-4F4F-A7B0-DCA055EFF83F}"/>
              </a:ext>
            </a:extLst>
          </p:cNvPr>
          <p:cNvSpPr>
            <a:spLocks xmlns:a="http://schemas.openxmlformats.org/drawingml/2006/main" noGrp="1"/>
          </p:cNvSpPr>
          <p:nvPr/>
        </p:nvSpPr>
        <p:spPr>
          <a:xfrm xmlns:a="http://schemas.openxmlformats.org/drawingml/2006/main">
            <a:off x="11410950" y="28003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6EF65C4E-03B3-4FD6-94F1-29E93ABF9E4C}"/>
              </a:ext>
            </a:extLst>
          </p:cNvPr>
          <p:cNvSpPr>
            <a:spLocks xmlns:a="http://schemas.openxmlformats.org/drawingml/2006/main" noGrp="1"/>
          </p:cNvSpPr>
          <p:nvPr/>
        </p:nvSpPr>
        <p:spPr>
          <a:xfrm xmlns:a="http://schemas.openxmlformats.org/drawingml/2006/main">
            <a:off x="2009775" y="37242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5973DF0-E8C3-46DD-95DF-F36D2DB24A87}"/>
              </a:ext>
            </a:extLst>
          </p:cNvPr>
          <p:cNvSpPr>
            <a:spLocks xmlns:a="http://schemas.openxmlformats.org/drawingml/2006/main" noGrp="1"/>
          </p:cNvSpPr>
          <p:nvPr/>
        </p:nvSpPr>
        <p:spPr>
          <a:xfrm xmlns:a="http://schemas.openxmlformats.org/drawingml/2006/main">
            <a:off x="552450" y="4000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D9DFC8"/>
                </a:solidFill>
                <a:latin typeface="Chalkboard"/>
                <a:ea typeface="Chalkboard"/>
                <a:cs typeface="Chalkboard"/>
              </a:defRPr>
            </a:pPr>
            <a:r>
              <a:rPr sz="1125" b="1">
                <a:solidFill>
                  <a:srgbClr val="D9DFC8"/>
                </a:solidFill>
                <a:latin typeface="Chalkboard"/>
                <a:ea typeface="Chalkboard"/>
                <a:cs typeface="Chalkboard"/>
              </a:rPr>
              <a:t>TEXTUAL EVIDENCE: EXAMPLE</a:t>
            </a:r>
          </a:p>
        </p:txBody>
      </p:sp>
      <p:sp>
        <p:nvSpPr>
          <p:cNvPr id="28" name="">
            <a:extLst xmlns:a="http://schemas.openxmlformats.org/drawingml/2006/main">
              <a:ext uri="{FF2B5EF4-FFF2-40B4-BE49-F238E27FC236}">
                <a16:creationId xmlns:a16="http://schemas.microsoft.com/office/drawing/2014/main" id="{92F9053F-35A2-4725-AA77-D0D1DE4F71CB}"/>
              </a:ext>
            </a:extLst>
          </p:cNvPr>
          <p:cNvSpPr>
            <a:spLocks xmlns:a="http://schemas.openxmlformats.org/drawingml/2006/main" noGrp="1"/>
          </p:cNvSpPr>
          <p:nvPr/>
        </p:nvSpPr>
        <p:spPr>
          <a:xfrm xmlns:a="http://schemas.openxmlformats.org/drawingml/2006/main">
            <a:off x="11001375" y="6191250"/>
            <a:ext cx="60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1650" b="1">
                <a:solidFill>
                  <a:srgbClr val="D9DFC8"/>
                </a:solidFill>
                <a:latin typeface="Chalkboard"/>
                <a:ea typeface="Chalkboard"/>
                <a:cs typeface="Chalkboard"/>
              </a:defRPr>
            </a:pPr>
            <a:r>
              <a:rPr sz="1650" b="1">
                <a:solidFill>
                  <a:srgbClr val="D9DFC8"/>
                </a:solidFill>
                <a:latin typeface="Chalkboard"/>
                <a:ea typeface="Chalkboard"/>
                <a:cs typeface="Chalkboard"/>
              </a:rPr>
              <a:t>16</a:t>
            </a:r>
          </a:p>
        </p:txBody>
      </p:sp>
      <p:sp>
        <p:nvSpPr>
          <p:cNvPr id="29" name="">
            <a:extLst xmlns:a="http://schemas.openxmlformats.org/drawingml/2006/main">
              <a:ext uri="{FF2B5EF4-FFF2-40B4-BE49-F238E27FC236}">
                <a16:creationId xmlns:a16="http://schemas.microsoft.com/office/drawing/2014/main" id="{7C6EA1C0-3ACA-4562-9ACC-61F505B43C75}"/>
              </a:ext>
            </a:extLst>
          </p:cNvPr>
          <p:cNvSpPr>
            <a:spLocks xmlns:a="http://schemas.openxmlformats.org/drawingml/2006/main" noGrp="1"/>
          </p:cNvSpPr>
          <p:nvPr/>
        </p:nvSpPr>
        <p:spPr>
          <a:xfrm xmlns:a="http://schemas.openxmlformats.org/drawingml/2006/main">
            <a:off x="685800" y="781050"/>
            <a:ext cx="914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F5F0DD"/>
                </a:solidFill>
                <a:latin typeface="Chalkboard"/>
                <a:ea typeface="Chalkboard"/>
                <a:cs typeface="Chalkboard"/>
              </a:defRPr>
            </a:pPr>
            <a:r>
              <a:rPr sz="3150" b="1">
                <a:solidFill>
                  <a:srgbClr val="F5F0DD"/>
                </a:solidFill>
                <a:latin typeface="Chalkboard"/>
                <a:ea typeface="Chalkboard"/>
                <a:cs typeface="Chalkboard"/>
              </a:rPr>
              <a:t>Extra Practice 1: Spinosaurus</a:t>
            </a:r>
          </a:p>
        </p:txBody>
      </p:sp>
      <p:sp>
        <p:nvSpPr>
          <p:cNvPr id="30" name="">
            <a:extLst xmlns:a="http://schemas.openxmlformats.org/drawingml/2006/main">
              <a:ext uri="{FF2B5EF4-FFF2-40B4-BE49-F238E27FC236}">
                <a16:creationId xmlns:a16="http://schemas.microsoft.com/office/drawing/2014/main" id="{01F21E27-4E88-40C0-8336-B1183B6E64C0}"/>
              </a:ext>
            </a:extLst>
          </p:cNvPr>
          <p:cNvSpPr>
            <a:spLocks xmlns:a="http://schemas.openxmlformats.org/drawingml/2006/main" noGrp="1"/>
          </p:cNvSpPr>
          <p:nvPr/>
        </p:nvSpPr>
        <p:spPr>
          <a:xfrm xmlns:a="http://schemas.openxmlformats.org/drawingml/2006/main">
            <a:off x="704850" y="1604963"/>
            <a:ext cx="9105900" cy="28575"/>
          </a:xfrm>
          <a:prstGeom xmlns:a="http://schemas.openxmlformats.org/drawingml/2006/main" prst="rect">
            <a:avLst/>
          </a:prstGeom>
          <a:solidFill xmlns:a="http://schemas.openxmlformats.org/drawingml/2006/main">
            <a:srgbClr val="F2D46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E5391433-E60D-48EB-A4C2-153F465CB935}"/>
              </a:ext>
            </a:extLst>
          </p:cNvPr>
          <p:cNvSpPr>
            <a:spLocks xmlns:a="http://schemas.openxmlformats.org/drawingml/2006/main" noGrp="1"/>
          </p:cNvSpPr>
          <p:nvPr/>
        </p:nvSpPr>
        <p:spPr>
          <a:xfrm xmlns:a="http://schemas.openxmlformats.org/drawingml/2006/main">
            <a:off x="723900" y="17907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D9DFC8"/>
                </a:solidFill>
                <a:latin typeface="Chalkboard"/>
                <a:ea typeface="Chalkboard"/>
                <a:cs typeface="Chalkboard"/>
              </a:defRPr>
            </a:pPr>
            <a:r>
              <a:rPr sz="1275" b="0">
                <a:solidFill>
                  <a:srgbClr val="D9DFC8"/>
                </a:solidFill>
                <a:latin typeface="Chalkboard"/>
                <a:ea typeface="Chalkboard"/>
                <a:cs typeface="Chalkboard"/>
              </a:rPr>
              <a:t>Question 1 of 5</a:t>
            </a:r>
          </a:p>
        </p:txBody>
      </p:sp>
      <p:sp>
        <p:nvSpPr>
          <p:cNvPr id="32" name="">
            <a:extLst xmlns:a="http://schemas.openxmlformats.org/drawingml/2006/main">
              <a:ext uri="{FF2B5EF4-FFF2-40B4-BE49-F238E27FC236}">
                <a16:creationId xmlns:a16="http://schemas.microsoft.com/office/drawing/2014/main" id="{3C3377AE-02F8-4136-9022-6B3BE2D30A35}"/>
              </a:ext>
            </a:extLst>
          </p:cNvPr>
          <p:cNvSpPr>
            <a:spLocks xmlns:a="http://schemas.openxmlformats.org/drawingml/2006/main" noGrp="1"/>
          </p:cNvSpPr>
          <p:nvPr/>
        </p:nvSpPr>
        <p:spPr>
          <a:xfrm xmlns:a="http://schemas.openxmlformats.org/drawingml/2006/main">
            <a:off x="723900" y="2076450"/>
            <a:ext cx="10096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5F0DD"/>
                </a:solidFill>
                <a:latin typeface="Chalkboard"/>
                <a:ea typeface="Chalkboard"/>
                <a:cs typeface="Chalkboard"/>
              </a:defRPr>
            </a:pPr>
            <a:r>
              <a:rPr sz="1050" b="0">
                <a:solidFill>
                  <a:srgbClr val="F5F0DD"/>
                </a:solidFill>
                <a:latin typeface="Chalkboard"/>
                <a:ea typeface="Chalkboard"/>
                <a:cs typeface="Chalkboard"/>
              </a:rPr>
              <a:t>Jan Gimsa, Robert Sleigh, and Ulrike Gimsa have hypothesized that the sail-like structure running down the back of the dinosaur Spinosaurus aegyptiacus improved the animal's success in underwater pursuits of prey species capable of making quick, evasive movements. To evaluate their hypothesis, a second team of researchers constructed two battery-powered mechanical models of S. aegyptiacus, one with a sail and one without, and subjected the models to a series of identical tests in a water-filled tank.</a:t>
            </a:r>
          </a:p>
          <a:p xmlns:a="http://schemas.openxmlformats.org/drawingml/2006/main">
            <a:r>
              <a:t/>
            </a:r>
          </a:p>
          <a:p xmlns:a="http://schemas.openxmlformats.org/drawingml/2006/main">
            <a:pPr algn="l">
              <a:defRPr sz="1050" b="0">
                <a:solidFill>
                  <a:srgbClr val="F5F0DD"/>
                </a:solidFill>
                <a:latin typeface="Chalkboard"/>
                <a:ea typeface="Chalkboard"/>
                <a:cs typeface="Chalkboard"/>
              </a:defRPr>
            </a:pPr>
            <a:r>
              <a:rPr sz="1050" b="0">
                <a:solidFill>
                  <a:srgbClr val="F5F0DD"/>
                </a:solidFill>
                <a:latin typeface="Chalkboard"/>
                <a:ea typeface="Chalkboard"/>
                <a:cs typeface="Chalkboard"/>
              </a:rPr>
              <a:t>Which finding from the model tests, if true, would most strongly support Gimsa and colleagues' hypothesis?</a:t>
            </a:r>
          </a:p>
        </p:txBody>
      </p:sp>
      <p:sp>
        <p:nvSpPr>
          <p:cNvPr id="33" name="">
            <a:extLst xmlns:a="http://schemas.openxmlformats.org/drawingml/2006/main">
              <a:ext uri="{FF2B5EF4-FFF2-40B4-BE49-F238E27FC236}">
                <a16:creationId xmlns:a16="http://schemas.microsoft.com/office/drawing/2014/main" id="{040ADCE4-C9F5-4A15-96CF-733DDCBD38E7}"/>
              </a:ext>
            </a:extLst>
          </p:cNvPr>
          <p:cNvSpPr>
            <a:spLocks xmlns:a="http://schemas.openxmlformats.org/drawingml/2006/main" noGrp="1"/>
          </p:cNvSpPr>
          <p:nvPr/>
        </p:nvSpPr>
        <p:spPr>
          <a:xfrm xmlns:a="http://schemas.openxmlformats.org/drawingml/2006/main">
            <a:off x="723900" y="3857625"/>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F29B91"/>
            </a:solidFill>
            <a:prstDash val="solid"/>
          </a:ln>
        </p:spPr>
      </p:sp>
      <p:sp>
        <p:nvSpPr>
          <p:cNvPr id="34" name="">
            <a:extLst xmlns:a="http://schemas.openxmlformats.org/drawingml/2006/main">
              <a:ext uri="{FF2B5EF4-FFF2-40B4-BE49-F238E27FC236}">
                <a16:creationId xmlns:a16="http://schemas.microsoft.com/office/drawing/2014/main" id="{6DDCB533-5EA9-44B9-A48C-D61E3B76B8AC}"/>
              </a:ext>
            </a:extLst>
          </p:cNvPr>
          <p:cNvSpPr>
            <a:spLocks xmlns:a="http://schemas.openxmlformats.org/drawingml/2006/main" noGrp="1"/>
          </p:cNvSpPr>
          <p:nvPr/>
        </p:nvSpPr>
        <p:spPr>
          <a:xfrm xmlns:a="http://schemas.openxmlformats.org/drawingml/2006/main">
            <a:off x="723900" y="39433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29B91"/>
                </a:solidFill>
                <a:latin typeface="Chalkboard"/>
                <a:ea typeface="Chalkboard"/>
                <a:cs typeface="Chalkboard"/>
              </a:defRPr>
            </a:pPr>
            <a:r>
              <a:rPr sz="1275" b="1">
                <a:solidFill>
                  <a:srgbClr val="F29B91"/>
                </a:solidFill>
                <a:latin typeface="Chalkboard"/>
                <a:ea typeface="Chalkboard"/>
                <a:cs typeface="Chalkboard"/>
              </a:rPr>
              <a:t>A</a:t>
            </a:r>
          </a:p>
        </p:txBody>
      </p:sp>
      <p:sp>
        <p:nvSpPr>
          <p:cNvPr id="35" name="">
            <a:extLst xmlns:a="http://schemas.openxmlformats.org/drawingml/2006/main">
              <a:ext uri="{FF2B5EF4-FFF2-40B4-BE49-F238E27FC236}">
                <a16:creationId xmlns:a16="http://schemas.microsoft.com/office/drawing/2014/main" id="{2E8194CF-714F-4413-BDAC-BCED79F3B528}"/>
              </a:ext>
            </a:extLst>
          </p:cNvPr>
          <p:cNvSpPr>
            <a:spLocks xmlns:a="http://schemas.openxmlformats.org/drawingml/2006/main" noGrp="1"/>
          </p:cNvSpPr>
          <p:nvPr/>
        </p:nvSpPr>
        <p:spPr>
          <a:xfrm xmlns:a="http://schemas.openxmlformats.org/drawingml/2006/main">
            <a:off x="1276350" y="3857625"/>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F5F0DD"/>
                </a:solidFill>
                <a:latin typeface="Chalkboard"/>
                <a:ea typeface="Chalkboard"/>
                <a:cs typeface="Chalkboard"/>
              </a:defRPr>
            </a:pPr>
            <a:r>
              <a:rPr sz="900" b="0">
                <a:solidFill>
                  <a:srgbClr val="F5F0DD"/>
                </a:solidFill>
                <a:latin typeface="Chalkboard"/>
                <a:ea typeface="Chalkboard"/>
                <a:cs typeface="Chalkboard"/>
              </a:rPr>
              <a:t>The model with a sail took significantly longer to travel a specified distance while submerged than the model without a sail did.</a:t>
            </a:r>
          </a:p>
        </p:txBody>
      </p:sp>
      <p:sp>
        <p:nvSpPr>
          <p:cNvPr id="36" name="">
            <a:extLst xmlns:a="http://schemas.openxmlformats.org/drawingml/2006/main">
              <a:ext uri="{FF2B5EF4-FFF2-40B4-BE49-F238E27FC236}">
                <a16:creationId xmlns:a16="http://schemas.microsoft.com/office/drawing/2014/main" id="{3A3F0CAD-4814-405C-92FB-C553BE584D1A}"/>
              </a:ext>
            </a:extLst>
          </p:cNvPr>
          <p:cNvSpPr>
            <a:spLocks xmlns:a="http://schemas.openxmlformats.org/drawingml/2006/main" noGrp="1"/>
          </p:cNvSpPr>
          <p:nvPr/>
        </p:nvSpPr>
        <p:spPr>
          <a:xfrm xmlns:a="http://schemas.openxmlformats.org/drawingml/2006/main">
            <a:off x="6334125" y="3857625"/>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9FE3B4"/>
            </a:solidFill>
            <a:prstDash val="solid"/>
          </a:ln>
        </p:spPr>
      </p:sp>
      <p:sp>
        <p:nvSpPr>
          <p:cNvPr id="37" name="">
            <a:extLst xmlns:a="http://schemas.openxmlformats.org/drawingml/2006/main">
              <a:ext uri="{FF2B5EF4-FFF2-40B4-BE49-F238E27FC236}">
                <a16:creationId xmlns:a16="http://schemas.microsoft.com/office/drawing/2014/main" id="{440B56AE-EFCF-4C02-B981-9EFC60080A08}"/>
              </a:ext>
            </a:extLst>
          </p:cNvPr>
          <p:cNvSpPr>
            <a:spLocks xmlns:a="http://schemas.openxmlformats.org/drawingml/2006/main" noGrp="1"/>
          </p:cNvSpPr>
          <p:nvPr/>
        </p:nvSpPr>
        <p:spPr>
          <a:xfrm xmlns:a="http://schemas.openxmlformats.org/drawingml/2006/main">
            <a:off x="6334125" y="39433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9FE3B4"/>
                </a:solidFill>
                <a:latin typeface="Chalkboard"/>
                <a:ea typeface="Chalkboard"/>
                <a:cs typeface="Chalkboard"/>
              </a:defRPr>
            </a:pPr>
            <a:r>
              <a:rPr sz="1275" b="1">
                <a:solidFill>
                  <a:srgbClr val="9FE3B4"/>
                </a:solidFill>
                <a:latin typeface="Chalkboard"/>
                <a:ea typeface="Chalkboard"/>
                <a:cs typeface="Chalkboard"/>
              </a:rPr>
              <a:t>B</a:t>
            </a:r>
          </a:p>
        </p:txBody>
      </p:sp>
      <p:sp>
        <p:nvSpPr>
          <p:cNvPr id="38" name="">
            <a:extLst xmlns:a="http://schemas.openxmlformats.org/drawingml/2006/main">
              <a:ext uri="{FF2B5EF4-FFF2-40B4-BE49-F238E27FC236}">
                <a16:creationId xmlns:a16="http://schemas.microsoft.com/office/drawing/2014/main" id="{A737AEF4-B6D3-412D-A144-BD8BC9B568A6}"/>
              </a:ext>
            </a:extLst>
          </p:cNvPr>
          <p:cNvSpPr>
            <a:spLocks xmlns:a="http://schemas.openxmlformats.org/drawingml/2006/main" noGrp="1"/>
          </p:cNvSpPr>
          <p:nvPr/>
        </p:nvSpPr>
        <p:spPr>
          <a:xfrm xmlns:a="http://schemas.openxmlformats.org/drawingml/2006/main">
            <a:off x="6886575" y="3857625"/>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F5F0DD"/>
                </a:solidFill>
                <a:latin typeface="Chalkboard"/>
                <a:ea typeface="Chalkboard"/>
                <a:cs typeface="Chalkboard"/>
              </a:defRPr>
            </a:pPr>
            <a:r>
              <a:rPr sz="900" b="0">
                <a:solidFill>
                  <a:srgbClr val="F5F0DD"/>
                </a:solidFill>
                <a:latin typeface="Chalkboard"/>
                <a:ea typeface="Chalkboard"/>
                <a:cs typeface="Chalkboard"/>
              </a:rPr>
              <a:t>The model with a sail displaced significantly more water while submerged than the model without a sail did.</a:t>
            </a:r>
          </a:p>
        </p:txBody>
      </p:sp>
      <p:sp>
        <p:nvSpPr>
          <p:cNvPr id="39" name="">
            <a:extLst xmlns:a="http://schemas.openxmlformats.org/drawingml/2006/main">
              <a:ext uri="{FF2B5EF4-FFF2-40B4-BE49-F238E27FC236}">
                <a16:creationId xmlns:a16="http://schemas.microsoft.com/office/drawing/2014/main" id="{93B3396D-4E5C-4BD1-95BF-E4C62B7D06D9}"/>
              </a:ext>
            </a:extLst>
          </p:cNvPr>
          <p:cNvSpPr>
            <a:spLocks xmlns:a="http://schemas.openxmlformats.org/drawingml/2006/main" noGrp="1"/>
          </p:cNvSpPr>
          <p:nvPr/>
        </p:nvSpPr>
        <p:spPr>
          <a:xfrm xmlns:a="http://schemas.openxmlformats.org/drawingml/2006/main">
            <a:off x="723900" y="4695825"/>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F2D46B"/>
            </a:solidFill>
            <a:prstDash val="solid"/>
          </a:ln>
        </p:spPr>
      </p:sp>
      <p:sp>
        <p:nvSpPr>
          <p:cNvPr id="40" name="">
            <a:extLst xmlns:a="http://schemas.openxmlformats.org/drawingml/2006/main">
              <a:ext uri="{FF2B5EF4-FFF2-40B4-BE49-F238E27FC236}">
                <a16:creationId xmlns:a16="http://schemas.microsoft.com/office/drawing/2014/main" id="{0A83ADB6-AD12-4DB5-82E0-4EDAA3A4FA19}"/>
              </a:ext>
            </a:extLst>
          </p:cNvPr>
          <p:cNvSpPr>
            <a:spLocks xmlns:a="http://schemas.openxmlformats.org/drawingml/2006/main" noGrp="1"/>
          </p:cNvSpPr>
          <p:nvPr/>
        </p:nvSpPr>
        <p:spPr>
          <a:xfrm xmlns:a="http://schemas.openxmlformats.org/drawingml/2006/main">
            <a:off x="723900" y="47815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2D46B"/>
                </a:solidFill>
                <a:latin typeface="Chalkboard"/>
                <a:ea typeface="Chalkboard"/>
                <a:cs typeface="Chalkboard"/>
              </a:defRPr>
            </a:pPr>
            <a:r>
              <a:rPr sz="1275" b="1">
                <a:solidFill>
                  <a:srgbClr val="F2D46B"/>
                </a:solidFill>
                <a:latin typeface="Chalkboard"/>
                <a:ea typeface="Chalkboard"/>
                <a:cs typeface="Chalkboard"/>
              </a:rPr>
              <a:t>C</a:t>
            </a:r>
          </a:p>
        </p:txBody>
      </p:sp>
      <p:sp>
        <p:nvSpPr>
          <p:cNvPr id="41" name="">
            <a:extLst xmlns:a="http://schemas.openxmlformats.org/drawingml/2006/main">
              <a:ext uri="{FF2B5EF4-FFF2-40B4-BE49-F238E27FC236}">
                <a16:creationId xmlns:a16="http://schemas.microsoft.com/office/drawing/2014/main" id="{E720AA07-C66F-42CD-94BE-C6181E68FF2E}"/>
              </a:ext>
            </a:extLst>
          </p:cNvPr>
          <p:cNvSpPr>
            <a:spLocks xmlns:a="http://schemas.openxmlformats.org/drawingml/2006/main" noGrp="1"/>
          </p:cNvSpPr>
          <p:nvPr/>
        </p:nvSpPr>
        <p:spPr>
          <a:xfrm xmlns:a="http://schemas.openxmlformats.org/drawingml/2006/main">
            <a:off x="1276350" y="4695825"/>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F5F0DD"/>
                </a:solidFill>
                <a:latin typeface="Chalkboard"/>
                <a:ea typeface="Chalkboard"/>
                <a:cs typeface="Chalkboard"/>
              </a:defRPr>
            </a:pPr>
            <a:r>
              <a:rPr sz="900" b="0">
                <a:solidFill>
                  <a:srgbClr val="F5F0DD"/>
                </a:solidFill>
                <a:latin typeface="Chalkboard"/>
                <a:ea typeface="Chalkboard"/>
                <a:cs typeface="Chalkboard"/>
              </a:rPr>
              <a:t>The model with a sail had significantly less battery power remaining after completing the tests than the model without a sail did.</a:t>
            </a:r>
          </a:p>
        </p:txBody>
      </p:sp>
      <p:sp>
        <p:nvSpPr>
          <p:cNvPr id="42" name="">
            <a:extLst xmlns:a="http://schemas.openxmlformats.org/drawingml/2006/main">
              <a:ext uri="{FF2B5EF4-FFF2-40B4-BE49-F238E27FC236}">
                <a16:creationId xmlns:a16="http://schemas.microsoft.com/office/drawing/2014/main" id="{5FEDAF22-50E6-47D7-9182-44DB3E4BD5A3}"/>
              </a:ext>
            </a:extLst>
          </p:cNvPr>
          <p:cNvSpPr>
            <a:spLocks xmlns:a="http://schemas.openxmlformats.org/drawingml/2006/main" noGrp="1"/>
          </p:cNvSpPr>
          <p:nvPr/>
        </p:nvSpPr>
        <p:spPr>
          <a:xfrm xmlns:a="http://schemas.openxmlformats.org/drawingml/2006/main">
            <a:off x="6334125" y="4695825"/>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A9D8FF"/>
            </a:solidFill>
            <a:prstDash val="solid"/>
          </a:ln>
        </p:spPr>
      </p:sp>
      <p:sp>
        <p:nvSpPr>
          <p:cNvPr id="43" name="">
            <a:extLst xmlns:a="http://schemas.openxmlformats.org/drawingml/2006/main">
              <a:ext uri="{FF2B5EF4-FFF2-40B4-BE49-F238E27FC236}">
                <a16:creationId xmlns:a16="http://schemas.microsoft.com/office/drawing/2014/main" id="{590A8F2B-3730-44A6-B0F1-A8738AD41A43}"/>
              </a:ext>
            </a:extLst>
          </p:cNvPr>
          <p:cNvSpPr>
            <a:spLocks xmlns:a="http://schemas.openxmlformats.org/drawingml/2006/main" noGrp="1"/>
          </p:cNvSpPr>
          <p:nvPr/>
        </p:nvSpPr>
        <p:spPr>
          <a:xfrm xmlns:a="http://schemas.openxmlformats.org/drawingml/2006/main">
            <a:off x="6334125" y="47815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A9D8FF"/>
                </a:solidFill>
                <a:latin typeface="Chalkboard"/>
                <a:ea typeface="Chalkboard"/>
                <a:cs typeface="Chalkboard"/>
              </a:defRPr>
            </a:pPr>
            <a:r>
              <a:rPr sz="1275" b="1">
                <a:solidFill>
                  <a:srgbClr val="A9D8FF"/>
                </a:solidFill>
                <a:latin typeface="Chalkboard"/>
                <a:ea typeface="Chalkboard"/>
                <a:cs typeface="Chalkboard"/>
              </a:rPr>
              <a:t>D</a:t>
            </a:r>
          </a:p>
        </p:txBody>
      </p:sp>
      <p:sp>
        <p:nvSpPr>
          <p:cNvPr id="44" name="">
            <a:extLst xmlns:a="http://schemas.openxmlformats.org/drawingml/2006/main">
              <a:ext uri="{FF2B5EF4-FFF2-40B4-BE49-F238E27FC236}">
                <a16:creationId xmlns:a16="http://schemas.microsoft.com/office/drawing/2014/main" id="{1E83E1D0-6411-4E29-B742-C0F8123D3F29}"/>
              </a:ext>
            </a:extLst>
          </p:cNvPr>
          <p:cNvSpPr>
            <a:spLocks xmlns:a="http://schemas.openxmlformats.org/drawingml/2006/main" noGrp="1"/>
          </p:cNvSpPr>
          <p:nvPr/>
        </p:nvSpPr>
        <p:spPr>
          <a:xfrm xmlns:a="http://schemas.openxmlformats.org/drawingml/2006/main">
            <a:off x="6886575" y="4695825"/>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900" b="0">
                <a:solidFill>
                  <a:srgbClr val="F5F0DD"/>
                </a:solidFill>
                <a:latin typeface="Chalkboard"/>
                <a:ea typeface="Chalkboard"/>
                <a:cs typeface="Chalkboard"/>
              </a:defRPr>
            </a:pPr>
            <a:r>
              <a:rPr sz="900" b="0">
                <a:solidFill>
                  <a:srgbClr val="F5F0DD"/>
                </a:solidFill>
                <a:latin typeface="Chalkboard"/>
                <a:ea typeface="Chalkboard"/>
                <a:cs typeface="Chalkboard"/>
              </a:rPr>
              <a:t>The model with a sail took significantly less time to complete a sharp turn while submerged than the model without a sail did.</a:t>
            </a:r>
          </a:p>
        </p:txBody>
      </p:sp>
      <p:sp>
        <p:nvSpPr>
          <p:cNvPr id="45" name="">
            <a:extLst xmlns:a="http://schemas.openxmlformats.org/drawingml/2006/main">
              <a:ext uri="{FF2B5EF4-FFF2-40B4-BE49-F238E27FC236}">
                <a16:creationId xmlns:a16="http://schemas.microsoft.com/office/drawing/2014/main" id="{5A13FC12-F638-4349-85A0-BCB36BDAF540}"/>
              </a:ext>
            </a:extLst>
          </p:cNvPr>
          <p:cNvSpPr>
            <a:spLocks xmlns:a="http://schemas.openxmlformats.org/drawingml/2006/main" noGrp="1"/>
          </p:cNvSpPr>
          <p:nvPr/>
        </p:nvSpPr>
        <p:spPr>
          <a:xfrm xmlns:a="http://schemas.openxmlformats.org/drawingml/2006/main">
            <a:off x="5000625" y="585787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183B2B"/>
                </a:solidFill>
                <a:latin typeface="Chalkboard"/>
                <a:ea typeface="Chalkboard"/>
                <a:cs typeface="Chalkboard"/>
              </a:defRPr>
            </a:pPr>
            <a:r>
              <a:rPr sz="2100" b="1">
                <a:solidFill>
                  <a:srgbClr val="183B2B"/>
                </a:solidFill>
                <a:latin typeface="Chalkboard"/>
                <a:ea typeface="Chalkboard"/>
                <a:cs typeface="Chalkboard"/>
              </a:rPr>
              <a:t>Answer: D</a:t>
            </a:r>
          </a:p>
        </p:txBody>
      </p:sp>
      <p:sp>
        <p:nvSpPr>
          <p:cNvPr id="46" name="">
            <a:extLst xmlns:a="http://schemas.openxmlformats.org/drawingml/2006/main">
              <a:ext uri="{FF2B5EF4-FFF2-40B4-BE49-F238E27FC236}">
                <a16:creationId xmlns:a16="http://schemas.microsoft.com/office/drawing/2014/main" id="{1AD54C40-A98F-4C6A-A988-858FC89DBEEE}"/>
              </a:ext>
            </a:extLst>
          </p:cNvPr>
          <p:cNvSpPr>
            <a:spLocks xmlns:a="http://schemas.openxmlformats.org/drawingml/2006/main" noGrp="1"/>
          </p:cNvSpPr>
          <p:nvPr/>
        </p:nvSpPr>
        <p:spPr>
          <a:xfrm xmlns:a="http://schemas.openxmlformats.org/drawingml/2006/main">
            <a:off x="552450" y="6286500"/>
            <a:ext cx="838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0">
                <a:solidFill>
                  <a:srgbClr val="B8C7B4"/>
                </a:solidFill>
                <a:latin typeface="Chalkboard"/>
                <a:ea typeface="Chalkboard"/>
                <a:cs typeface="Chalkboard"/>
              </a:defRPr>
            </a:pPr>
            <a:r>
              <a:rPr sz="825" b="0">
                <a:solidFill>
                  <a:srgbClr val="B8C7B4"/>
                </a:solidFill>
                <a:latin typeface="Chalkboard"/>
                <a:ea typeface="Chalkboard"/>
                <a:cs typeface="Chalkboard"/>
              </a:rPr>
              <a:t>Adapted as a classroom summary from Khan Academy SAT Reading and Writing: Command of Evidence: Textual.</a:t>
            </a:r>
          </a:p>
        </p:txBody>
      </p:sp>
    </p:spTree>
    <p:extLst>
      <p:ext uri="{BB962C8B-B14F-4D97-AF65-F5344CB8AC3E}">
        <p14:creationId xmlns:p14="http://schemas.microsoft.com/office/powerpoint/2010/main" val="85340545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8BA960D-26A8-4176-8E3A-78EDE0EDE75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83B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3BF3983-1931-4528-B674-0AC19771F18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000">
              <a:alpha val="0"/>
            </a:srgbClr>
          </a:solidFill>
          <a:ln xmlns:a="http://schemas.openxmlformats.org/drawingml/2006/main" w="57150">
            <a:solidFill>
              <a:srgbClr val="0A1712"/>
            </a:solidFill>
            <a:prstDash val="solid"/>
          </a:ln>
        </p:spPr>
      </p:sp>
      <p:sp>
        <p:nvSpPr>
          <p:cNvPr id="3" name="">
            <a:extLst xmlns:a="http://schemas.openxmlformats.org/drawingml/2006/main">
              <a:ext uri="{FF2B5EF4-FFF2-40B4-BE49-F238E27FC236}">
                <a16:creationId xmlns:a16="http://schemas.microsoft.com/office/drawing/2014/main" id="{708A25CD-267C-4B07-AB43-C6896EB0109A}"/>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E629946-35AF-427C-9869-127F578EF6D8}"/>
              </a:ext>
            </a:extLst>
          </p:cNvPr>
          <p:cNvSpPr>
            <a:spLocks xmlns:a="http://schemas.openxmlformats.org/drawingml/2006/main" noGrp="1"/>
          </p:cNvSpPr>
          <p:nvPr/>
        </p:nvSpPr>
        <p:spPr>
          <a:xfrm xmlns:a="http://schemas.openxmlformats.org/drawingml/2006/main">
            <a:off x="0" y="6629400"/>
            <a:ext cx="12192000" cy="22860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AE39473-2A5E-49E3-891B-DC79F77C6E91}"/>
              </a:ext>
            </a:extLst>
          </p:cNvPr>
          <p:cNvSpPr>
            <a:spLocks xmlns:a="http://schemas.openxmlformats.org/drawingml/2006/main" noGrp="1"/>
          </p:cNvSpPr>
          <p:nvPr/>
        </p:nvSpPr>
        <p:spPr>
          <a:xfrm xmlns:a="http://schemas.openxmlformats.org/drawingml/2006/main">
            <a:off x="552450" y="5524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862AF81-0990-4CF9-9389-6544E50FCD3B}"/>
              </a:ext>
            </a:extLst>
          </p:cNvPr>
          <p:cNvSpPr>
            <a:spLocks xmlns:a="http://schemas.openxmlformats.org/drawingml/2006/main" noGrp="1"/>
          </p:cNvSpPr>
          <p:nvPr/>
        </p:nvSpPr>
        <p:spPr>
          <a:xfrm xmlns:a="http://schemas.openxmlformats.org/drawingml/2006/main">
            <a:off x="2200275" y="14763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7DB9302-DBAC-491C-B1EC-6799FAEE6FFC}"/>
              </a:ext>
            </a:extLst>
          </p:cNvPr>
          <p:cNvSpPr>
            <a:spLocks xmlns:a="http://schemas.openxmlformats.org/drawingml/2006/main" noGrp="1"/>
          </p:cNvSpPr>
          <p:nvPr/>
        </p:nvSpPr>
        <p:spPr>
          <a:xfrm xmlns:a="http://schemas.openxmlformats.org/drawingml/2006/main">
            <a:off x="3848100" y="240030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F1CBDF5-CD1F-4229-A539-7DB5B45FE815}"/>
              </a:ext>
            </a:extLst>
          </p:cNvPr>
          <p:cNvSpPr>
            <a:spLocks xmlns:a="http://schemas.openxmlformats.org/drawingml/2006/main" noGrp="1"/>
          </p:cNvSpPr>
          <p:nvPr/>
        </p:nvSpPr>
        <p:spPr>
          <a:xfrm xmlns:a="http://schemas.openxmlformats.org/drawingml/2006/main">
            <a:off x="5495925" y="332422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5936D0D-B65E-47A5-98ED-B89BB2AEC712}"/>
              </a:ext>
            </a:extLst>
          </p:cNvPr>
          <p:cNvSpPr>
            <a:spLocks xmlns:a="http://schemas.openxmlformats.org/drawingml/2006/main" noGrp="1"/>
          </p:cNvSpPr>
          <p:nvPr/>
        </p:nvSpPr>
        <p:spPr>
          <a:xfrm xmlns:a="http://schemas.openxmlformats.org/drawingml/2006/main">
            <a:off x="7143750" y="424815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644E305-6CD1-4099-80C3-F982F8B1A72C}"/>
              </a:ext>
            </a:extLst>
          </p:cNvPr>
          <p:cNvSpPr>
            <a:spLocks xmlns:a="http://schemas.openxmlformats.org/drawingml/2006/main" noGrp="1"/>
          </p:cNvSpPr>
          <p:nvPr/>
        </p:nvSpPr>
        <p:spPr>
          <a:xfrm xmlns:a="http://schemas.openxmlformats.org/drawingml/2006/main">
            <a:off x="8791575" y="517207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918C7BF-0578-4027-9D99-B80467F21FF4}"/>
              </a:ext>
            </a:extLst>
          </p:cNvPr>
          <p:cNvSpPr>
            <a:spLocks xmlns:a="http://schemas.openxmlformats.org/drawingml/2006/main" noGrp="1"/>
          </p:cNvSpPr>
          <p:nvPr/>
        </p:nvSpPr>
        <p:spPr>
          <a:xfrm xmlns:a="http://schemas.openxmlformats.org/drawingml/2006/main">
            <a:off x="10439400" y="68580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EBD3625-BE27-455E-8AC2-79F31AA4C559}"/>
              </a:ext>
            </a:extLst>
          </p:cNvPr>
          <p:cNvSpPr>
            <a:spLocks xmlns:a="http://schemas.openxmlformats.org/drawingml/2006/main" noGrp="1"/>
          </p:cNvSpPr>
          <p:nvPr/>
        </p:nvSpPr>
        <p:spPr>
          <a:xfrm xmlns:a="http://schemas.openxmlformats.org/drawingml/2006/main">
            <a:off x="1038225" y="160972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0D29A35-9227-4F9D-9C5F-8EA19C3843D8}"/>
              </a:ext>
            </a:extLst>
          </p:cNvPr>
          <p:cNvSpPr>
            <a:spLocks xmlns:a="http://schemas.openxmlformats.org/drawingml/2006/main" noGrp="1"/>
          </p:cNvSpPr>
          <p:nvPr/>
        </p:nvSpPr>
        <p:spPr>
          <a:xfrm xmlns:a="http://schemas.openxmlformats.org/drawingml/2006/main">
            <a:off x="2686050" y="253365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A3B7F1C-EAD4-4F83-83BD-F4F9C5C1573B}"/>
              </a:ext>
            </a:extLst>
          </p:cNvPr>
          <p:cNvSpPr>
            <a:spLocks xmlns:a="http://schemas.openxmlformats.org/drawingml/2006/main" noGrp="1"/>
          </p:cNvSpPr>
          <p:nvPr/>
        </p:nvSpPr>
        <p:spPr>
          <a:xfrm xmlns:a="http://schemas.openxmlformats.org/drawingml/2006/main">
            <a:off x="4333875" y="345757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567CD33-27FD-40EB-A319-8D3B2F166A9D}"/>
              </a:ext>
            </a:extLst>
          </p:cNvPr>
          <p:cNvSpPr>
            <a:spLocks xmlns:a="http://schemas.openxmlformats.org/drawingml/2006/main" noGrp="1"/>
          </p:cNvSpPr>
          <p:nvPr/>
        </p:nvSpPr>
        <p:spPr>
          <a:xfrm xmlns:a="http://schemas.openxmlformats.org/drawingml/2006/main">
            <a:off x="5981700" y="438150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67CA15E-4A11-4B4D-81CC-26FB306F23FF}"/>
              </a:ext>
            </a:extLst>
          </p:cNvPr>
          <p:cNvSpPr>
            <a:spLocks xmlns:a="http://schemas.openxmlformats.org/drawingml/2006/main" noGrp="1"/>
          </p:cNvSpPr>
          <p:nvPr/>
        </p:nvSpPr>
        <p:spPr>
          <a:xfrm xmlns:a="http://schemas.openxmlformats.org/drawingml/2006/main">
            <a:off x="7629525" y="530542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64B06B5-BF2F-4599-BB97-1247D065D02F}"/>
              </a:ext>
            </a:extLst>
          </p:cNvPr>
          <p:cNvSpPr>
            <a:spLocks xmlns:a="http://schemas.openxmlformats.org/drawingml/2006/main" noGrp="1"/>
          </p:cNvSpPr>
          <p:nvPr/>
        </p:nvSpPr>
        <p:spPr>
          <a:xfrm xmlns:a="http://schemas.openxmlformats.org/drawingml/2006/main">
            <a:off x="9277350" y="81915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AE8A18F-C9BE-4C84-8E49-43EFE34D77EC}"/>
              </a:ext>
            </a:extLst>
          </p:cNvPr>
          <p:cNvSpPr>
            <a:spLocks xmlns:a="http://schemas.openxmlformats.org/drawingml/2006/main" noGrp="1"/>
          </p:cNvSpPr>
          <p:nvPr/>
        </p:nvSpPr>
        <p:spPr>
          <a:xfrm xmlns:a="http://schemas.openxmlformats.org/drawingml/2006/main">
            <a:off x="10925175" y="174307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8CB1F75-6790-40AD-A297-FF00FA740AEC}"/>
              </a:ext>
            </a:extLst>
          </p:cNvPr>
          <p:cNvSpPr>
            <a:spLocks xmlns:a="http://schemas.openxmlformats.org/drawingml/2006/main" noGrp="1"/>
          </p:cNvSpPr>
          <p:nvPr/>
        </p:nvSpPr>
        <p:spPr>
          <a:xfrm xmlns:a="http://schemas.openxmlformats.org/drawingml/2006/main">
            <a:off x="1524000" y="266700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943E6A4-9618-41B9-B703-42E25AEA74AD}"/>
              </a:ext>
            </a:extLst>
          </p:cNvPr>
          <p:cNvSpPr>
            <a:spLocks xmlns:a="http://schemas.openxmlformats.org/drawingml/2006/main" noGrp="1"/>
          </p:cNvSpPr>
          <p:nvPr/>
        </p:nvSpPr>
        <p:spPr>
          <a:xfrm xmlns:a="http://schemas.openxmlformats.org/drawingml/2006/main">
            <a:off x="3171825" y="359092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ACB653E-067D-475A-BB74-0BEBA7C4ABB8}"/>
              </a:ext>
            </a:extLst>
          </p:cNvPr>
          <p:cNvSpPr>
            <a:spLocks xmlns:a="http://schemas.openxmlformats.org/drawingml/2006/main" noGrp="1"/>
          </p:cNvSpPr>
          <p:nvPr/>
        </p:nvSpPr>
        <p:spPr>
          <a:xfrm xmlns:a="http://schemas.openxmlformats.org/drawingml/2006/main">
            <a:off x="4819650" y="451485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9A88655-ABA8-464B-8BDC-3952F5314E83}"/>
              </a:ext>
            </a:extLst>
          </p:cNvPr>
          <p:cNvSpPr>
            <a:spLocks xmlns:a="http://schemas.openxmlformats.org/drawingml/2006/main" noGrp="1"/>
          </p:cNvSpPr>
          <p:nvPr/>
        </p:nvSpPr>
        <p:spPr>
          <a:xfrm xmlns:a="http://schemas.openxmlformats.org/drawingml/2006/main">
            <a:off x="6467475" y="543877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83174AC-0EF8-408F-937D-1AA025EB8811}"/>
              </a:ext>
            </a:extLst>
          </p:cNvPr>
          <p:cNvSpPr>
            <a:spLocks xmlns:a="http://schemas.openxmlformats.org/drawingml/2006/main" noGrp="1"/>
          </p:cNvSpPr>
          <p:nvPr/>
        </p:nvSpPr>
        <p:spPr>
          <a:xfrm xmlns:a="http://schemas.openxmlformats.org/drawingml/2006/main">
            <a:off x="8115300" y="95250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914F518-E014-4826-88DB-0690B619D807}"/>
              </a:ext>
            </a:extLst>
          </p:cNvPr>
          <p:cNvSpPr>
            <a:spLocks xmlns:a="http://schemas.openxmlformats.org/drawingml/2006/main" noGrp="1"/>
          </p:cNvSpPr>
          <p:nvPr/>
        </p:nvSpPr>
        <p:spPr>
          <a:xfrm xmlns:a="http://schemas.openxmlformats.org/drawingml/2006/main">
            <a:off x="9763125" y="187642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0A006D5F-0505-4E6C-AAA3-60CF9ACF2564}"/>
              </a:ext>
            </a:extLst>
          </p:cNvPr>
          <p:cNvSpPr>
            <a:spLocks xmlns:a="http://schemas.openxmlformats.org/drawingml/2006/main" noGrp="1"/>
          </p:cNvSpPr>
          <p:nvPr/>
        </p:nvSpPr>
        <p:spPr>
          <a:xfrm xmlns:a="http://schemas.openxmlformats.org/drawingml/2006/main">
            <a:off x="11410950" y="28003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D51D4CC9-AC9E-4BE6-9DE1-E3DD32BE39D4}"/>
              </a:ext>
            </a:extLst>
          </p:cNvPr>
          <p:cNvSpPr>
            <a:spLocks xmlns:a="http://schemas.openxmlformats.org/drawingml/2006/main" noGrp="1"/>
          </p:cNvSpPr>
          <p:nvPr/>
        </p:nvSpPr>
        <p:spPr>
          <a:xfrm xmlns:a="http://schemas.openxmlformats.org/drawingml/2006/main">
            <a:off x="2009775" y="37242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1F2C8C5-91DE-406D-B134-1E8420EEC672}"/>
              </a:ext>
            </a:extLst>
          </p:cNvPr>
          <p:cNvSpPr>
            <a:spLocks xmlns:a="http://schemas.openxmlformats.org/drawingml/2006/main" noGrp="1"/>
          </p:cNvSpPr>
          <p:nvPr/>
        </p:nvSpPr>
        <p:spPr>
          <a:xfrm xmlns:a="http://schemas.openxmlformats.org/drawingml/2006/main">
            <a:off x="552450" y="4000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D9DFC8"/>
                </a:solidFill>
                <a:latin typeface="Chalkboard"/>
                <a:ea typeface="Chalkboard"/>
                <a:cs typeface="Chalkboard"/>
              </a:defRPr>
            </a:pPr>
            <a:r>
              <a:rPr sz="1125" b="1">
                <a:solidFill>
                  <a:srgbClr val="D9DFC8"/>
                </a:solidFill>
                <a:latin typeface="Chalkboard"/>
                <a:ea typeface="Chalkboard"/>
                <a:cs typeface="Chalkboard"/>
              </a:rPr>
              <a:t>TEXTUAL EVIDENCE: EXAMPLE</a:t>
            </a:r>
          </a:p>
        </p:txBody>
      </p:sp>
      <p:sp>
        <p:nvSpPr>
          <p:cNvPr id="28" name="">
            <a:extLst xmlns:a="http://schemas.openxmlformats.org/drawingml/2006/main">
              <a:ext uri="{FF2B5EF4-FFF2-40B4-BE49-F238E27FC236}">
                <a16:creationId xmlns:a16="http://schemas.microsoft.com/office/drawing/2014/main" id="{36A3241E-EFA7-4EA2-B83A-0A19E1A699EF}"/>
              </a:ext>
            </a:extLst>
          </p:cNvPr>
          <p:cNvSpPr>
            <a:spLocks xmlns:a="http://schemas.openxmlformats.org/drawingml/2006/main" noGrp="1"/>
          </p:cNvSpPr>
          <p:nvPr/>
        </p:nvSpPr>
        <p:spPr>
          <a:xfrm xmlns:a="http://schemas.openxmlformats.org/drawingml/2006/main">
            <a:off x="11001375" y="6191250"/>
            <a:ext cx="60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1650" b="1">
                <a:solidFill>
                  <a:srgbClr val="D9DFC8"/>
                </a:solidFill>
                <a:latin typeface="Chalkboard"/>
                <a:ea typeface="Chalkboard"/>
                <a:cs typeface="Chalkboard"/>
              </a:defRPr>
            </a:pPr>
            <a:r>
              <a:rPr sz="1650" b="1">
                <a:solidFill>
                  <a:srgbClr val="D9DFC8"/>
                </a:solidFill>
                <a:latin typeface="Chalkboard"/>
                <a:ea typeface="Chalkboard"/>
                <a:cs typeface="Chalkboard"/>
              </a:rPr>
              <a:t>17</a:t>
            </a:r>
          </a:p>
        </p:txBody>
      </p:sp>
      <p:sp>
        <p:nvSpPr>
          <p:cNvPr id="29" name="">
            <a:extLst xmlns:a="http://schemas.openxmlformats.org/drawingml/2006/main">
              <a:ext uri="{FF2B5EF4-FFF2-40B4-BE49-F238E27FC236}">
                <a16:creationId xmlns:a16="http://schemas.microsoft.com/office/drawing/2014/main" id="{BDADBD44-3C1A-4C00-93D7-0F827C73C223}"/>
              </a:ext>
            </a:extLst>
          </p:cNvPr>
          <p:cNvSpPr>
            <a:spLocks xmlns:a="http://schemas.openxmlformats.org/drawingml/2006/main" noGrp="1"/>
          </p:cNvSpPr>
          <p:nvPr/>
        </p:nvSpPr>
        <p:spPr>
          <a:xfrm xmlns:a="http://schemas.openxmlformats.org/drawingml/2006/main">
            <a:off x="685800" y="781050"/>
            <a:ext cx="914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F5F0DD"/>
                </a:solidFill>
                <a:latin typeface="Chalkboard"/>
                <a:ea typeface="Chalkboard"/>
                <a:cs typeface="Chalkboard"/>
              </a:defRPr>
            </a:pPr>
            <a:r>
              <a:rPr sz="3150" b="1">
                <a:solidFill>
                  <a:srgbClr val="F5F0DD"/>
                </a:solidFill>
                <a:latin typeface="Chalkboard"/>
                <a:ea typeface="Chalkboard"/>
                <a:cs typeface="Chalkboard"/>
              </a:rPr>
              <a:t>Extra Practice 2: Cornelius Johnson</a:t>
            </a:r>
          </a:p>
        </p:txBody>
      </p:sp>
      <p:sp>
        <p:nvSpPr>
          <p:cNvPr id="30" name="">
            <a:extLst xmlns:a="http://schemas.openxmlformats.org/drawingml/2006/main">
              <a:ext uri="{FF2B5EF4-FFF2-40B4-BE49-F238E27FC236}">
                <a16:creationId xmlns:a16="http://schemas.microsoft.com/office/drawing/2014/main" id="{864B0268-F971-4D95-B67F-ABE1B9E997E8}"/>
              </a:ext>
            </a:extLst>
          </p:cNvPr>
          <p:cNvSpPr>
            <a:spLocks xmlns:a="http://schemas.openxmlformats.org/drawingml/2006/main" noGrp="1"/>
          </p:cNvSpPr>
          <p:nvPr/>
        </p:nvSpPr>
        <p:spPr>
          <a:xfrm xmlns:a="http://schemas.openxmlformats.org/drawingml/2006/main">
            <a:off x="704850" y="1604963"/>
            <a:ext cx="9105900" cy="28575"/>
          </a:xfrm>
          <a:prstGeom xmlns:a="http://schemas.openxmlformats.org/drawingml/2006/main" prst="rect">
            <a:avLst/>
          </a:prstGeom>
          <a:solidFill xmlns:a="http://schemas.openxmlformats.org/drawingml/2006/main">
            <a:srgbClr val="F2D46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D9FC1EC5-F907-46D1-A6C6-E2C46F27A75C}"/>
              </a:ext>
            </a:extLst>
          </p:cNvPr>
          <p:cNvSpPr>
            <a:spLocks xmlns:a="http://schemas.openxmlformats.org/drawingml/2006/main" noGrp="1"/>
          </p:cNvSpPr>
          <p:nvPr/>
        </p:nvSpPr>
        <p:spPr>
          <a:xfrm xmlns:a="http://schemas.openxmlformats.org/drawingml/2006/main">
            <a:off x="723900" y="17907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D9DFC8"/>
                </a:solidFill>
                <a:latin typeface="Chalkboard"/>
                <a:ea typeface="Chalkboard"/>
                <a:cs typeface="Chalkboard"/>
              </a:defRPr>
            </a:pPr>
            <a:r>
              <a:rPr sz="1275" b="0">
                <a:solidFill>
                  <a:srgbClr val="D9DFC8"/>
                </a:solidFill>
                <a:latin typeface="Chalkboard"/>
                <a:ea typeface="Chalkboard"/>
                <a:cs typeface="Chalkboard"/>
              </a:rPr>
              <a:t>Question 2 of 5</a:t>
            </a:r>
          </a:p>
        </p:txBody>
      </p:sp>
      <p:sp>
        <p:nvSpPr>
          <p:cNvPr id="32" name="">
            <a:extLst xmlns:a="http://schemas.openxmlformats.org/drawingml/2006/main">
              <a:ext uri="{FF2B5EF4-FFF2-40B4-BE49-F238E27FC236}">
                <a16:creationId xmlns:a16="http://schemas.microsoft.com/office/drawing/2014/main" id="{4291B1D1-9435-4605-8EAE-BDCD0E84B092}"/>
              </a:ext>
            </a:extLst>
          </p:cNvPr>
          <p:cNvSpPr>
            <a:spLocks xmlns:a="http://schemas.openxmlformats.org/drawingml/2006/main" noGrp="1"/>
          </p:cNvSpPr>
          <p:nvPr/>
        </p:nvSpPr>
        <p:spPr>
          <a:xfrm xmlns:a="http://schemas.openxmlformats.org/drawingml/2006/main">
            <a:off x="723900" y="2076450"/>
            <a:ext cx="10096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5F0DD"/>
                </a:solidFill>
                <a:latin typeface="Chalkboard"/>
                <a:ea typeface="Chalkboard"/>
                <a:cs typeface="Chalkboard"/>
              </a:defRPr>
            </a:pPr>
            <a:r>
              <a:rPr sz="1200" b="0">
                <a:solidFill>
                  <a:srgbClr val="F5F0DD"/>
                </a:solidFill>
                <a:latin typeface="Chalkboard"/>
                <a:ea typeface="Chalkboard"/>
                <a:cs typeface="Chalkboard"/>
              </a:rPr>
              <a:t>"Mr. Cornelius Johnson, Office-Seeker" is a 1900 short story by Paul Laurence Dunbar. In the story, the narrator describes Mr. Cornelius Johnson's appearance as conveying his exaggerated sense of his importance: ______</a:t>
            </a:r>
          </a:p>
          <a:p xmlns:a="http://schemas.openxmlformats.org/drawingml/2006/main">
            <a:r>
              <a:t/>
            </a:r>
          </a:p>
          <a:p xmlns:a="http://schemas.openxmlformats.org/drawingml/2006/main">
            <a:pPr algn="l">
              <a:defRPr sz="1200" b="0">
                <a:solidFill>
                  <a:srgbClr val="F5F0DD"/>
                </a:solidFill>
                <a:latin typeface="Chalkboard"/>
                <a:ea typeface="Chalkboard"/>
                <a:cs typeface="Chalkboard"/>
              </a:defRPr>
            </a:pPr>
            <a:r>
              <a:rPr sz="1200" b="0">
                <a:solidFill>
                  <a:srgbClr val="F5F0DD"/>
                </a:solidFill>
                <a:latin typeface="Chalkboard"/>
                <a:ea typeface="Chalkboard"/>
                <a:cs typeface="Chalkboard"/>
              </a:rPr>
              <a:t>Which quotation from "Mr. Cornelius Johnson, Office-Seeker" most effectively illustrates the claim?</a:t>
            </a:r>
          </a:p>
        </p:txBody>
      </p:sp>
      <p:sp>
        <p:nvSpPr>
          <p:cNvPr id="33" name="">
            <a:extLst xmlns:a="http://schemas.openxmlformats.org/drawingml/2006/main">
              <a:ext uri="{FF2B5EF4-FFF2-40B4-BE49-F238E27FC236}">
                <a16:creationId xmlns:a16="http://schemas.microsoft.com/office/drawing/2014/main" id="{51529A0E-A90D-4DEC-9DBA-95B47F5D259F}"/>
              </a:ext>
            </a:extLst>
          </p:cNvPr>
          <p:cNvSpPr>
            <a:spLocks xmlns:a="http://schemas.openxmlformats.org/drawingml/2006/main" noGrp="1"/>
          </p:cNvSpPr>
          <p:nvPr/>
        </p:nvSpPr>
        <p:spPr>
          <a:xfrm xmlns:a="http://schemas.openxmlformats.org/drawingml/2006/main">
            <a:off x="723900" y="3857625"/>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F29B91"/>
            </a:solidFill>
            <a:prstDash val="solid"/>
          </a:ln>
        </p:spPr>
      </p:sp>
      <p:sp>
        <p:nvSpPr>
          <p:cNvPr id="34" name="">
            <a:extLst xmlns:a="http://schemas.openxmlformats.org/drawingml/2006/main">
              <a:ext uri="{FF2B5EF4-FFF2-40B4-BE49-F238E27FC236}">
                <a16:creationId xmlns:a16="http://schemas.microsoft.com/office/drawing/2014/main" id="{0724F78B-8AF5-4162-ADBE-EC65C00C7AD2}"/>
              </a:ext>
            </a:extLst>
          </p:cNvPr>
          <p:cNvSpPr>
            <a:spLocks xmlns:a="http://schemas.openxmlformats.org/drawingml/2006/main" noGrp="1"/>
          </p:cNvSpPr>
          <p:nvPr/>
        </p:nvSpPr>
        <p:spPr>
          <a:xfrm xmlns:a="http://schemas.openxmlformats.org/drawingml/2006/main">
            <a:off x="723900" y="39433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29B91"/>
                </a:solidFill>
                <a:latin typeface="Chalkboard"/>
                <a:ea typeface="Chalkboard"/>
                <a:cs typeface="Chalkboard"/>
              </a:defRPr>
            </a:pPr>
            <a:r>
              <a:rPr sz="1275" b="1">
                <a:solidFill>
                  <a:srgbClr val="F29B91"/>
                </a:solidFill>
                <a:latin typeface="Chalkboard"/>
                <a:ea typeface="Chalkboard"/>
                <a:cs typeface="Chalkboard"/>
              </a:rPr>
              <a:t>A</a:t>
            </a:r>
          </a:p>
        </p:txBody>
      </p:sp>
      <p:sp>
        <p:nvSpPr>
          <p:cNvPr id="35" name="">
            <a:extLst xmlns:a="http://schemas.openxmlformats.org/drawingml/2006/main">
              <a:ext uri="{FF2B5EF4-FFF2-40B4-BE49-F238E27FC236}">
                <a16:creationId xmlns:a16="http://schemas.microsoft.com/office/drawing/2014/main" id="{575CA1A6-EFD4-43B8-81B3-2ED13E3FCE55}"/>
              </a:ext>
            </a:extLst>
          </p:cNvPr>
          <p:cNvSpPr>
            <a:spLocks xmlns:a="http://schemas.openxmlformats.org/drawingml/2006/main" noGrp="1"/>
          </p:cNvSpPr>
          <p:nvPr/>
        </p:nvSpPr>
        <p:spPr>
          <a:xfrm xmlns:a="http://schemas.openxmlformats.org/drawingml/2006/main">
            <a:off x="1276350" y="3857625"/>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88" b="0">
                <a:solidFill>
                  <a:srgbClr val="F5F0DD"/>
                </a:solidFill>
                <a:latin typeface="Chalkboard"/>
                <a:ea typeface="Chalkboard"/>
                <a:cs typeface="Chalkboard"/>
              </a:defRPr>
            </a:pPr>
            <a:r>
              <a:rPr sz="788" b="0">
                <a:solidFill>
                  <a:srgbClr val="F5F0DD"/>
                </a:solidFill>
                <a:latin typeface="Chalkboard"/>
                <a:ea typeface="Chalkboard"/>
                <a:cs typeface="Chalkboard"/>
              </a:rPr>
              <a:t>"He carried himself always as if he were passing under his own triumphal arch."</a:t>
            </a:r>
          </a:p>
        </p:txBody>
      </p:sp>
      <p:sp>
        <p:nvSpPr>
          <p:cNvPr id="36" name="">
            <a:extLst xmlns:a="http://schemas.openxmlformats.org/drawingml/2006/main">
              <a:ext uri="{FF2B5EF4-FFF2-40B4-BE49-F238E27FC236}">
                <a16:creationId xmlns:a16="http://schemas.microsoft.com/office/drawing/2014/main" id="{CD4C3C8D-A705-4787-9A4B-14C9EAF561FA}"/>
              </a:ext>
            </a:extLst>
          </p:cNvPr>
          <p:cNvSpPr>
            <a:spLocks xmlns:a="http://schemas.openxmlformats.org/drawingml/2006/main" noGrp="1"/>
          </p:cNvSpPr>
          <p:nvPr/>
        </p:nvSpPr>
        <p:spPr>
          <a:xfrm xmlns:a="http://schemas.openxmlformats.org/drawingml/2006/main">
            <a:off x="6334125" y="3857625"/>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9FE3B4"/>
            </a:solidFill>
            <a:prstDash val="solid"/>
          </a:ln>
        </p:spPr>
      </p:sp>
      <p:sp>
        <p:nvSpPr>
          <p:cNvPr id="37" name="">
            <a:extLst xmlns:a="http://schemas.openxmlformats.org/drawingml/2006/main">
              <a:ext uri="{FF2B5EF4-FFF2-40B4-BE49-F238E27FC236}">
                <a16:creationId xmlns:a16="http://schemas.microsoft.com/office/drawing/2014/main" id="{541DFD26-3BEF-479C-A7B5-DCB8052BE678}"/>
              </a:ext>
            </a:extLst>
          </p:cNvPr>
          <p:cNvSpPr>
            <a:spLocks xmlns:a="http://schemas.openxmlformats.org/drawingml/2006/main" noGrp="1"/>
          </p:cNvSpPr>
          <p:nvPr/>
        </p:nvSpPr>
        <p:spPr>
          <a:xfrm xmlns:a="http://schemas.openxmlformats.org/drawingml/2006/main">
            <a:off x="6334125" y="39433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9FE3B4"/>
                </a:solidFill>
                <a:latin typeface="Chalkboard"/>
                <a:ea typeface="Chalkboard"/>
                <a:cs typeface="Chalkboard"/>
              </a:defRPr>
            </a:pPr>
            <a:r>
              <a:rPr sz="1275" b="1">
                <a:solidFill>
                  <a:srgbClr val="9FE3B4"/>
                </a:solidFill>
                <a:latin typeface="Chalkboard"/>
                <a:ea typeface="Chalkboard"/>
                <a:cs typeface="Chalkboard"/>
              </a:rPr>
              <a:t>B</a:t>
            </a:r>
          </a:p>
        </p:txBody>
      </p:sp>
      <p:sp>
        <p:nvSpPr>
          <p:cNvPr id="38" name="">
            <a:extLst xmlns:a="http://schemas.openxmlformats.org/drawingml/2006/main">
              <a:ext uri="{FF2B5EF4-FFF2-40B4-BE49-F238E27FC236}">
                <a16:creationId xmlns:a16="http://schemas.microsoft.com/office/drawing/2014/main" id="{2EE09BD5-957D-4281-B2A3-FB97E5ABB957}"/>
              </a:ext>
            </a:extLst>
          </p:cNvPr>
          <p:cNvSpPr>
            <a:spLocks xmlns:a="http://schemas.openxmlformats.org/drawingml/2006/main" noGrp="1"/>
          </p:cNvSpPr>
          <p:nvPr/>
        </p:nvSpPr>
        <p:spPr>
          <a:xfrm xmlns:a="http://schemas.openxmlformats.org/drawingml/2006/main">
            <a:off x="6886575" y="3857625"/>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88" b="0">
                <a:solidFill>
                  <a:srgbClr val="F5F0DD"/>
                </a:solidFill>
                <a:latin typeface="Chalkboard"/>
                <a:ea typeface="Chalkboard"/>
                <a:cs typeface="Chalkboard"/>
              </a:defRPr>
            </a:pPr>
            <a:r>
              <a:rPr sz="788" b="0">
                <a:solidFill>
                  <a:srgbClr val="F5F0DD"/>
                </a:solidFill>
                <a:latin typeface="Chalkboard"/>
                <a:ea typeface="Chalkboard"/>
                <a:cs typeface="Chalkboard"/>
              </a:rPr>
              <a:t>"The grey Prince Albert was scrupulously buttoned about his form, and a shiny top hat replaced the felt of the afternoon."</a:t>
            </a:r>
          </a:p>
        </p:txBody>
      </p:sp>
      <p:sp>
        <p:nvSpPr>
          <p:cNvPr id="39" name="">
            <a:extLst xmlns:a="http://schemas.openxmlformats.org/drawingml/2006/main">
              <a:ext uri="{FF2B5EF4-FFF2-40B4-BE49-F238E27FC236}">
                <a16:creationId xmlns:a16="http://schemas.microsoft.com/office/drawing/2014/main" id="{264E081F-5BF8-4AFD-8AE3-1304DA76E45F}"/>
              </a:ext>
            </a:extLst>
          </p:cNvPr>
          <p:cNvSpPr>
            <a:spLocks xmlns:a="http://schemas.openxmlformats.org/drawingml/2006/main" noGrp="1"/>
          </p:cNvSpPr>
          <p:nvPr/>
        </p:nvSpPr>
        <p:spPr>
          <a:xfrm xmlns:a="http://schemas.openxmlformats.org/drawingml/2006/main">
            <a:off x="723900" y="4695825"/>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F2D46B"/>
            </a:solidFill>
            <a:prstDash val="solid"/>
          </a:ln>
        </p:spPr>
      </p:sp>
      <p:sp>
        <p:nvSpPr>
          <p:cNvPr id="40" name="">
            <a:extLst xmlns:a="http://schemas.openxmlformats.org/drawingml/2006/main">
              <a:ext uri="{FF2B5EF4-FFF2-40B4-BE49-F238E27FC236}">
                <a16:creationId xmlns:a16="http://schemas.microsoft.com/office/drawing/2014/main" id="{A975A5EA-D945-497D-99A4-7E3C79B61430}"/>
              </a:ext>
            </a:extLst>
          </p:cNvPr>
          <p:cNvSpPr>
            <a:spLocks xmlns:a="http://schemas.openxmlformats.org/drawingml/2006/main" noGrp="1"/>
          </p:cNvSpPr>
          <p:nvPr/>
        </p:nvSpPr>
        <p:spPr>
          <a:xfrm xmlns:a="http://schemas.openxmlformats.org/drawingml/2006/main">
            <a:off x="723900" y="47815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2D46B"/>
                </a:solidFill>
                <a:latin typeface="Chalkboard"/>
                <a:ea typeface="Chalkboard"/>
                <a:cs typeface="Chalkboard"/>
              </a:defRPr>
            </a:pPr>
            <a:r>
              <a:rPr sz="1275" b="1">
                <a:solidFill>
                  <a:srgbClr val="F2D46B"/>
                </a:solidFill>
                <a:latin typeface="Chalkboard"/>
                <a:ea typeface="Chalkboard"/>
                <a:cs typeface="Chalkboard"/>
              </a:rPr>
              <a:t>C</a:t>
            </a:r>
          </a:p>
        </p:txBody>
      </p:sp>
      <p:sp>
        <p:nvSpPr>
          <p:cNvPr id="41" name="">
            <a:extLst xmlns:a="http://schemas.openxmlformats.org/drawingml/2006/main">
              <a:ext uri="{FF2B5EF4-FFF2-40B4-BE49-F238E27FC236}">
                <a16:creationId xmlns:a16="http://schemas.microsoft.com/office/drawing/2014/main" id="{A4F78322-86AB-4F9A-AED7-D2CC5C4967DC}"/>
              </a:ext>
            </a:extLst>
          </p:cNvPr>
          <p:cNvSpPr>
            <a:spLocks xmlns:a="http://schemas.openxmlformats.org/drawingml/2006/main" noGrp="1"/>
          </p:cNvSpPr>
          <p:nvPr/>
        </p:nvSpPr>
        <p:spPr>
          <a:xfrm xmlns:a="http://schemas.openxmlformats.org/drawingml/2006/main">
            <a:off x="1276350" y="4695825"/>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88" b="0">
                <a:solidFill>
                  <a:srgbClr val="F5F0DD"/>
                </a:solidFill>
                <a:latin typeface="Chalkboard"/>
                <a:ea typeface="Chalkboard"/>
                <a:cs typeface="Chalkboard"/>
              </a:defRPr>
            </a:pPr>
            <a:r>
              <a:rPr sz="788" b="0">
                <a:solidFill>
                  <a:srgbClr val="F5F0DD"/>
                </a:solidFill>
                <a:latin typeface="Chalkboard"/>
                <a:ea typeface="Chalkboard"/>
                <a:cs typeface="Chalkboard"/>
              </a:rPr>
              <a:t>"Mr. Cornelius Johnson always spoke in a large and important tone."</a:t>
            </a:r>
          </a:p>
        </p:txBody>
      </p:sp>
      <p:sp>
        <p:nvSpPr>
          <p:cNvPr id="42" name="">
            <a:extLst xmlns:a="http://schemas.openxmlformats.org/drawingml/2006/main">
              <a:ext uri="{FF2B5EF4-FFF2-40B4-BE49-F238E27FC236}">
                <a16:creationId xmlns:a16="http://schemas.microsoft.com/office/drawing/2014/main" id="{49B04787-7766-4253-BF85-F1DFE83D2F64}"/>
              </a:ext>
            </a:extLst>
          </p:cNvPr>
          <p:cNvSpPr>
            <a:spLocks xmlns:a="http://schemas.openxmlformats.org/drawingml/2006/main" noGrp="1"/>
          </p:cNvSpPr>
          <p:nvPr/>
        </p:nvSpPr>
        <p:spPr>
          <a:xfrm xmlns:a="http://schemas.openxmlformats.org/drawingml/2006/main">
            <a:off x="6334125" y="4695825"/>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A9D8FF"/>
            </a:solidFill>
            <a:prstDash val="solid"/>
          </a:ln>
        </p:spPr>
      </p:sp>
      <p:sp>
        <p:nvSpPr>
          <p:cNvPr id="43" name="">
            <a:extLst xmlns:a="http://schemas.openxmlformats.org/drawingml/2006/main">
              <a:ext uri="{FF2B5EF4-FFF2-40B4-BE49-F238E27FC236}">
                <a16:creationId xmlns:a16="http://schemas.microsoft.com/office/drawing/2014/main" id="{D9D242CA-2D19-45C1-8888-306B134C8368}"/>
              </a:ext>
            </a:extLst>
          </p:cNvPr>
          <p:cNvSpPr>
            <a:spLocks xmlns:a="http://schemas.openxmlformats.org/drawingml/2006/main" noGrp="1"/>
          </p:cNvSpPr>
          <p:nvPr/>
        </p:nvSpPr>
        <p:spPr>
          <a:xfrm xmlns:a="http://schemas.openxmlformats.org/drawingml/2006/main">
            <a:off x="6334125" y="47815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A9D8FF"/>
                </a:solidFill>
                <a:latin typeface="Chalkboard"/>
                <a:ea typeface="Chalkboard"/>
                <a:cs typeface="Chalkboard"/>
              </a:defRPr>
            </a:pPr>
            <a:r>
              <a:rPr sz="1275" b="1">
                <a:solidFill>
                  <a:srgbClr val="A9D8FF"/>
                </a:solidFill>
                <a:latin typeface="Chalkboard"/>
                <a:ea typeface="Chalkboard"/>
                <a:cs typeface="Chalkboard"/>
              </a:rPr>
              <a:t>D</a:t>
            </a:r>
          </a:p>
        </p:txBody>
      </p:sp>
      <p:sp>
        <p:nvSpPr>
          <p:cNvPr id="44" name="">
            <a:extLst xmlns:a="http://schemas.openxmlformats.org/drawingml/2006/main">
              <a:ext uri="{FF2B5EF4-FFF2-40B4-BE49-F238E27FC236}">
                <a16:creationId xmlns:a16="http://schemas.microsoft.com/office/drawing/2014/main" id="{A1D37DC4-0836-4FF6-A354-E2FC1CA99547}"/>
              </a:ext>
            </a:extLst>
          </p:cNvPr>
          <p:cNvSpPr>
            <a:spLocks xmlns:a="http://schemas.openxmlformats.org/drawingml/2006/main" noGrp="1"/>
          </p:cNvSpPr>
          <p:nvPr/>
        </p:nvSpPr>
        <p:spPr>
          <a:xfrm xmlns:a="http://schemas.openxmlformats.org/drawingml/2006/main">
            <a:off x="6886575" y="4695825"/>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88" b="0">
                <a:solidFill>
                  <a:srgbClr val="F5F0DD"/>
                </a:solidFill>
                <a:latin typeface="Chalkboard"/>
                <a:ea typeface="Chalkboard"/>
                <a:cs typeface="Chalkboard"/>
              </a:defRPr>
            </a:pPr>
            <a:r>
              <a:rPr sz="788" b="0">
                <a:solidFill>
                  <a:srgbClr val="F5F0DD"/>
                </a:solidFill>
                <a:latin typeface="Chalkboard"/>
                <a:ea typeface="Chalkboard"/>
                <a:cs typeface="Chalkboard"/>
              </a:rPr>
              <a:t>"It was a beautiful day in balmy May and the sun shone pleasantly on Mr. Cornelius Johnson's very spruce Prince Albert suit of grey as he alighted from the train in Washington."</a:t>
            </a:r>
          </a:p>
        </p:txBody>
      </p:sp>
      <p:sp>
        <p:nvSpPr>
          <p:cNvPr id="45" name="">
            <a:extLst xmlns:a="http://schemas.openxmlformats.org/drawingml/2006/main">
              <a:ext uri="{FF2B5EF4-FFF2-40B4-BE49-F238E27FC236}">
                <a16:creationId xmlns:a16="http://schemas.microsoft.com/office/drawing/2014/main" id="{4E2BD8A4-78B7-43C5-88FC-0D01C549652F}"/>
              </a:ext>
            </a:extLst>
          </p:cNvPr>
          <p:cNvSpPr>
            <a:spLocks xmlns:a="http://schemas.openxmlformats.org/drawingml/2006/main" noGrp="1"/>
          </p:cNvSpPr>
          <p:nvPr/>
        </p:nvSpPr>
        <p:spPr>
          <a:xfrm xmlns:a="http://schemas.openxmlformats.org/drawingml/2006/main">
            <a:off x="5000625" y="585787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183B2B"/>
                </a:solidFill>
                <a:latin typeface="Chalkboard"/>
                <a:ea typeface="Chalkboard"/>
                <a:cs typeface="Chalkboard"/>
              </a:defRPr>
            </a:pPr>
            <a:r>
              <a:rPr sz="2100" b="1">
                <a:solidFill>
                  <a:srgbClr val="183B2B"/>
                </a:solidFill>
                <a:latin typeface="Chalkboard"/>
                <a:ea typeface="Chalkboard"/>
                <a:cs typeface="Chalkboard"/>
              </a:rPr>
              <a:t>Answer: A</a:t>
            </a:r>
          </a:p>
        </p:txBody>
      </p:sp>
      <p:sp>
        <p:nvSpPr>
          <p:cNvPr id="46" name="">
            <a:extLst xmlns:a="http://schemas.openxmlformats.org/drawingml/2006/main">
              <a:ext uri="{FF2B5EF4-FFF2-40B4-BE49-F238E27FC236}">
                <a16:creationId xmlns:a16="http://schemas.microsoft.com/office/drawing/2014/main" id="{515A636F-4B6E-42DE-A159-52028E51966E}"/>
              </a:ext>
            </a:extLst>
          </p:cNvPr>
          <p:cNvSpPr>
            <a:spLocks xmlns:a="http://schemas.openxmlformats.org/drawingml/2006/main" noGrp="1"/>
          </p:cNvSpPr>
          <p:nvPr/>
        </p:nvSpPr>
        <p:spPr>
          <a:xfrm xmlns:a="http://schemas.openxmlformats.org/drawingml/2006/main">
            <a:off x="552450" y="6286500"/>
            <a:ext cx="838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0">
                <a:solidFill>
                  <a:srgbClr val="B8C7B4"/>
                </a:solidFill>
                <a:latin typeface="Chalkboard"/>
                <a:ea typeface="Chalkboard"/>
                <a:cs typeface="Chalkboard"/>
              </a:defRPr>
            </a:pPr>
            <a:r>
              <a:rPr sz="825" b="0">
                <a:solidFill>
                  <a:srgbClr val="B8C7B4"/>
                </a:solidFill>
                <a:latin typeface="Chalkboard"/>
                <a:ea typeface="Chalkboard"/>
                <a:cs typeface="Chalkboard"/>
              </a:rPr>
              <a:t>Adapted as a classroom summary from Khan Academy SAT Reading and Writing: Command of Evidence: Textual.</a:t>
            </a:r>
          </a:p>
        </p:txBody>
      </p:sp>
    </p:spTree>
    <p:extLst>
      <p:ext uri="{BB962C8B-B14F-4D97-AF65-F5344CB8AC3E}">
        <p14:creationId xmlns:p14="http://schemas.microsoft.com/office/powerpoint/2010/main" val="123065665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8977088-AF33-4248-AF75-F79CD978C28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83B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153A53F-C1CA-4429-83AD-DEE6DA73CB6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000">
              <a:alpha val="0"/>
            </a:srgbClr>
          </a:solidFill>
          <a:ln xmlns:a="http://schemas.openxmlformats.org/drawingml/2006/main" w="57150">
            <a:solidFill>
              <a:srgbClr val="0A1712"/>
            </a:solidFill>
            <a:prstDash val="solid"/>
          </a:ln>
        </p:spPr>
      </p:sp>
      <p:sp>
        <p:nvSpPr>
          <p:cNvPr id="3" name="">
            <a:extLst xmlns:a="http://schemas.openxmlformats.org/drawingml/2006/main">
              <a:ext uri="{FF2B5EF4-FFF2-40B4-BE49-F238E27FC236}">
                <a16:creationId xmlns:a16="http://schemas.microsoft.com/office/drawing/2014/main" id="{17037671-CD21-4C37-B1EE-4BE6813DDDA5}"/>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74A05AB-198C-43DC-825B-816737D9CCE1}"/>
              </a:ext>
            </a:extLst>
          </p:cNvPr>
          <p:cNvSpPr>
            <a:spLocks xmlns:a="http://schemas.openxmlformats.org/drawingml/2006/main" noGrp="1"/>
          </p:cNvSpPr>
          <p:nvPr/>
        </p:nvSpPr>
        <p:spPr>
          <a:xfrm xmlns:a="http://schemas.openxmlformats.org/drawingml/2006/main">
            <a:off x="0" y="6629400"/>
            <a:ext cx="12192000" cy="22860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1F57A06-814E-43C3-9E18-D01F0F2B4321}"/>
              </a:ext>
            </a:extLst>
          </p:cNvPr>
          <p:cNvSpPr>
            <a:spLocks xmlns:a="http://schemas.openxmlformats.org/drawingml/2006/main" noGrp="1"/>
          </p:cNvSpPr>
          <p:nvPr/>
        </p:nvSpPr>
        <p:spPr>
          <a:xfrm xmlns:a="http://schemas.openxmlformats.org/drawingml/2006/main">
            <a:off x="552450" y="5524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647429D-00EC-4A35-B38C-8FE7A8E99F2A}"/>
              </a:ext>
            </a:extLst>
          </p:cNvPr>
          <p:cNvSpPr>
            <a:spLocks xmlns:a="http://schemas.openxmlformats.org/drawingml/2006/main" noGrp="1"/>
          </p:cNvSpPr>
          <p:nvPr/>
        </p:nvSpPr>
        <p:spPr>
          <a:xfrm xmlns:a="http://schemas.openxmlformats.org/drawingml/2006/main">
            <a:off x="2200275" y="14763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9141F6C-A165-4E79-9231-6514ACCF71A4}"/>
              </a:ext>
            </a:extLst>
          </p:cNvPr>
          <p:cNvSpPr>
            <a:spLocks xmlns:a="http://schemas.openxmlformats.org/drawingml/2006/main" noGrp="1"/>
          </p:cNvSpPr>
          <p:nvPr/>
        </p:nvSpPr>
        <p:spPr>
          <a:xfrm xmlns:a="http://schemas.openxmlformats.org/drawingml/2006/main">
            <a:off x="3848100" y="240030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8DC685A-3D93-4BED-8836-D4821AA7F14F}"/>
              </a:ext>
            </a:extLst>
          </p:cNvPr>
          <p:cNvSpPr>
            <a:spLocks xmlns:a="http://schemas.openxmlformats.org/drawingml/2006/main" noGrp="1"/>
          </p:cNvSpPr>
          <p:nvPr/>
        </p:nvSpPr>
        <p:spPr>
          <a:xfrm xmlns:a="http://schemas.openxmlformats.org/drawingml/2006/main">
            <a:off x="5495925" y="332422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1F1D17E-6BF2-42C0-A91F-374B5488B2F5}"/>
              </a:ext>
            </a:extLst>
          </p:cNvPr>
          <p:cNvSpPr>
            <a:spLocks xmlns:a="http://schemas.openxmlformats.org/drawingml/2006/main" noGrp="1"/>
          </p:cNvSpPr>
          <p:nvPr/>
        </p:nvSpPr>
        <p:spPr>
          <a:xfrm xmlns:a="http://schemas.openxmlformats.org/drawingml/2006/main">
            <a:off x="7143750" y="424815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009B930-69CC-4978-BE89-6A1AC8BA8592}"/>
              </a:ext>
            </a:extLst>
          </p:cNvPr>
          <p:cNvSpPr>
            <a:spLocks xmlns:a="http://schemas.openxmlformats.org/drawingml/2006/main" noGrp="1"/>
          </p:cNvSpPr>
          <p:nvPr/>
        </p:nvSpPr>
        <p:spPr>
          <a:xfrm xmlns:a="http://schemas.openxmlformats.org/drawingml/2006/main">
            <a:off x="8791575" y="517207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C38185B-C273-4120-982F-FD1100024072}"/>
              </a:ext>
            </a:extLst>
          </p:cNvPr>
          <p:cNvSpPr>
            <a:spLocks xmlns:a="http://schemas.openxmlformats.org/drawingml/2006/main" noGrp="1"/>
          </p:cNvSpPr>
          <p:nvPr/>
        </p:nvSpPr>
        <p:spPr>
          <a:xfrm xmlns:a="http://schemas.openxmlformats.org/drawingml/2006/main">
            <a:off x="10439400" y="68580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1A1EDE3-8872-4A67-A59F-F2B4E3B7D4D6}"/>
              </a:ext>
            </a:extLst>
          </p:cNvPr>
          <p:cNvSpPr>
            <a:spLocks xmlns:a="http://schemas.openxmlformats.org/drawingml/2006/main" noGrp="1"/>
          </p:cNvSpPr>
          <p:nvPr/>
        </p:nvSpPr>
        <p:spPr>
          <a:xfrm xmlns:a="http://schemas.openxmlformats.org/drawingml/2006/main">
            <a:off x="1038225" y="160972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5FD56E5-6099-4F1A-BD8A-C4076AD7134A}"/>
              </a:ext>
            </a:extLst>
          </p:cNvPr>
          <p:cNvSpPr>
            <a:spLocks xmlns:a="http://schemas.openxmlformats.org/drawingml/2006/main" noGrp="1"/>
          </p:cNvSpPr>
          <p:nvPr/>
        </p:nvSpPr>
        <p:spPr>
          <a:xfrm xmlns:a="http://schemas.openxmlformats.org/drawingml/2006/main">
            <a:off x="2686050" y="253365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65FBD7A-75CD-4110-914B-D768B2925E35}"/>
              </a:ext>
            </a:extLst>
          </p:cNvPr>
          <p:cNvSpPr>
            <a:spLocks xmlns:a="http://schemas.openxmlformats.org/drawingml/2006/main" noGrp="1"/>
          </p:cNvSpPr>
          <p:nvPr/>
        </p:nvSpPr>
        <p:spPr>
          <a:xfrm xmlns:a="http://schemas.openxmlformats.org/drawingml/2006/main">
            <a:off x="4333875" y="345757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BE847FF-0D25-41F2-A618-EB48278D15F8}"/>
              </a:ext>
            </a:extLst>
          </p:cNvPr>
          <p:cNvSpPr>
            <a:spLocks xmlns:a="http://schemas.openxmlformats.org/drawingml/2006/main" noGrp="1"/>
          </p:cNvSpPr>
          <p:nvPr/>
        </p:nvSpPr>
        <p:spPr>
          <a:xfrm xmlns:a="http://schemas.openxmlformats.org/drawingml/2006/main">
            <a:off x="5981700" y="438150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DDAF5C2-2D1C-4E7E-BA54-B78FEE1113EC}"/>
              </a:ext>
            </a:extLst>
          </p:cNvPr>
          <p:cNvSpPr>
            <a:spLocks xmlns:a="http://schemas.openxmlformats.org/drawingml/2006/main" noGrp="1"/>
          </p:cNvSpPr>
          <p:nvPr/>
        </p:nvSpPr>
        <p:spPr>
          <a:xfrm xmlns:a="http://schemas.openxmlformats.org/drawingml/2006/main">
            <a:off x="7629525" y="530542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F46DAA0-FFB3-4C2B-A7AF-7A2DEE3A5573}"/>
              </a:ext>
            </a:extLst>
          </p:cNvPr>
          <p:cNvSpPr>
            <a:spLocks xmlns:a="http://schemas.openxmlformats.org/drawingml/2006/main" noGrp="1"/>
          </p:cNvSpPr>
          <p:nvPr/>
        </p:nvSpPr>
        <p:spPr>
          <a:xfrm xmlns:a="http://schemas.openxmlformats.org/drawingml/2006/main">
            <a:off x="9277350" y="81915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3E2FA85-7F42-40D6-AFB1-915DCC2EF5A2}"/>
              </a:ext>
            </a:extLst>
          </p:cNvPr>
          <p:cNvSpPr>
            <a:spLocks xmlns:a="http://schemas.openxmlformats.org/drawingml/2006/main" noGrp="1"/>
          </p:cNvSpPr>
          <p:nvPr/>
        </p:nvSpPr>
        <p:spPr>
          <a:xfrm xmlns:a="http://schemas.openxmlformats.org/drawingml/2006/main">
            <a:off x="10925175" y="174307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8A33BE8-E1AC-4E05-9AE4-5E5731CC187D}"/>
              </a:ext>
            </a:extLst>
          </p:cNvPr>
          <p:cNvSpPr>
            <a:spLocks xmlns:a="http://schemas.openxmlformats.org/drawingml/2006/main" noGrp="1"/>
          </p:cNvSpPr>
          <p:nvPr/>
        </p:nvSpPr>
        <p:spPr>
          <a:xfrm xmlns:a="http://schemas.openxmlformats.org/drawingml/2006/main">
            <a:off x="1524000" y="266700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301848D-FC81-4ADC-B875-585BAC0E6BE3}"/>
              </a:ext>
            </a:extLst>
          </p:cNvPr>
          <p:cNvSpPr>
            <a:spLocks xmlns:a="http://schemas.openxmlformats.org/drawingml/2006/main" noGrp="1"/>
          </p:cNvSpPr>
          <p:nvPr/>
        </p:nvSpPr>
        <p:spPr>
          <a:xfrm xmlns:a="http://schemas.openxmlformats.org/drawingml/2006/main">
            <a:off x="3171825" y="359092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92BFA49-D5D7-4FC9-858F-306B57D834EA}"/>
              </a:ext>
            </a:extLst>
          </p:cNvPr>
          <p:cNvSpPr>
            <a:spLocks xmlns:a="http://schemas.openxmlformats.org/drawingml/2006/main" noGrp="1"/>
          </p:cNvSpPr>
          <p:nvPr/>
        </p:nvSpPr>
        <p:spPr>
          <a:xfrm xmlns:a="http://schemas.openxmlformats.org/drawingml/2006/main">
            <a:off x="4819650" y="451485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1776192-BD30-455B-BD38-CF973D7F7C99}"/>
              </a:ext>
            </a:extLst>
          </p:cNvPr>
          <p:cNvSpPr>
            <a:spLocks xmlns:a="http://schemas.openxmlformats.org/drawingml/2006/main" noGrp="1"/>
          </p:cNvSpPr>
          <p:nvPr/>
        </p:nvSpPr>
        <p:spPr>
          <a:xfrm xmlns:a="http://schemas.openxmlformats.org/drawingml/2006/main">
            <a:off x="6467475" y="543877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E023645-2BF3-4B86-A21D-0D4750D6FDF1}"/>
              </a:ext>
            </a:extLst>
          </p:cNvPr>
          <p:cNvSpPr>
            <a:spLocks xmlns:a="http://schemas.openxmlformats.org/drawingml/2006/main" noGrp="1"/>
          </p:cNvSpPr>
          <p:nvPr/>
        </p:nvSpPr>
        <p:spPr>
          <a:xfrm xmlns:a="http://schemas.openxmlformats.org/drawingml/2006/main">
            <a:off x="8115300" y="95250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D7E83A4-41A7-458F-82DA-DF59E2866CF6}"/>
              </a:ext>
            </a:extLst>
          </p:cNvPr>
          <p:cNvSpPr>
            <a:spLocks xmlns:a="http://schemas.openxmlformats.org/drawingml/2006/main" noGrp="1"/>
          </p:cNvSpPr>
          <p:nvPr/>
        </p:nvSpPr>
        <p:spPr>
          <a:xfrm xmlns:a="http://schemas.openxmlformats.org/drawingml/2006/main">
            <a:off x="9763125" y="187642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C7762073-4948-4CDA-BCA9-20E08CBB8365}"/>
              </a:ext>
            </a:extLst>
          </p:cNvPr>
          <p:cNvSpPr>
            <a:spLocks xmlns:a="http://schemas.openxmlformats.org/drawingml/2006/main" noGrp="1"/>
          </p:cNvSpPr>
          <p:nvPr/>
        </p:nvSpPr>
        <p:spPr>
          <a:xfrm xmlns:a="http://schemas.openxmlformats.org/drawingml/2006/main">
            <a:off x="11410950" y="28003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C855953-7800-4E55-9CCA-20236DF95046}"/>
              </a:ext>
            </a:extLst>
          </p:cNvPr>
          <p:cNvSpPr>
            <a:spLocks xmlns:a="http://schemas.openxmlformats.org/drawingml/2006/main" noGrp="1"/>
          </p:cNvSpPr>
          <p:nvPr/>
        </p:nvSpPr>
        <p:spPr>
          <a:xfrm xmlns:a="http://schemas.openxmlformats.org/drawingml/2006/main">
            <a:off x="2009775" y="37242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381358D-DA42-4F56-8230-F1F8DF3D5A83}"/>
              </a:ext>
            </a:extLst>
          </p:cNvPr>
          <p:cNvSpPr>
            <a:spLocks xmlns:a="http://schemas.openxmlformats.org/drawingml/2006/main" noGrp="1"/>
          </p:cNvSpPr>
          <p:nvPr/>
        </p:nvSpPr>
        <p:spPr>
          <a:xfrm xmlns:a="http://schemas.openxmlformats.org/drawingml/2006/main">
            <a:off x="552450" y="4000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D9DFC8"/>
                </a:solidFill>
                <a:latin typeface="Chalkboard"/>
                <a:ea typeface="Chalkboard"/>
                <a:cs typeface="Chalkboard"/>
              </a:defRPr>
            </a:pPr>
            <a:r>
              <a:rPr sz="1125" b="1">
                <a:solidFill>
                  <a:srgbClr val="D9DFC8"/>
                </a:solidFill>
                <a:latin typeface="Chalkboard"/>
                <a:ea typeface="Chalkboard"/>
                <a:cs typeface="Chalkboard"/>
              </a:rPr>
              <a:t>TEXTUAL EVIDENCE: EXAMPLE</a:t>
            </a:r>
          </a:p>
        </p:txBody>
      </p:sp>
      <p:sp>
        <p:nvSpPr>
          <p:cNvPr id="28" name="">
            <a:extLst xmlns:a="http://schemas.openxmlformats.org/drawingml/2006/main">
              <a:ext uri="{FF2B5EF4-FFF2-40B4-BE49-F238E27FC236}">
                <a16:creationId xmlns:a16="http://schemas.microsoft.com/office/drawing/2014/main" id="{6CF78AB1-1B23-4E23-B6CB-EE408A304B31}"/>
              </a:ext>
            </a:extLst>
          </p:cNvPr>
          <p:cNvSpPr>
            <a:spLocks xmlns:a="http://schemas.openxmlformats.org/drawingml/2006/main" noGrp="1"/>
          </p:cNvSpPr>
          <p:nvPr/>
        </p:nvSpPr>
        <p:spPr>
          <a:xfrm xmlns:a="http://schemas.openxmlformats.org/drawingml/2006/main">
            <a:off x="11001375" y="6191250"/>
            <a:ext cx="60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1650" b="1">
                <a:solidFill>
                  <a:srgbClr val="D9DFC8"/>
                </a:solidFill>
                <a:latin typeface="Chalkboard"/>
                <a:ea typeface="Chalkboard"/>
                <a:cs typeface="Chalkboard"/>
              </a:defRPr>
            </a:pPr>
            <a:r>
              <a:rPr sz="1650" b="1">
                <a:solidFill>
                  <a:srgbClr val="D9DFC8"/>
                </a:solidFill>
                <a:latin typeface="Chalkboard"/>
                <a:ea typeface="Chalkboard"/>
                <a:cs typeface="Chalkboard"/>
              </a:rPr>
              <a:t>18</a:t>
            </a:r>
          </a:p>
        </p:txBody>
      </p:sp>
      <p:sp>
        <p:nvSpPr>
          <p:cNvPr id="29" name="">
            <a:extLst xmlns:a="http://schemas.openxmlformats.org/drawingml/2006/main">
              <a:ext uri="{FF2B5EF4-FFF2-40B4-BE49-F238E27FC236}">
                <a16:creationId xmlns:a16="http://schemas.microsoft.com/office/drawing/2014/main" id="{CBECCDF5-B0D7-4C3F-A4CF-A10832707A00}"/>
              </a:ext>
            </a:extLst>
          </p:cNvPr>
          <p:cNvSpPr>
            <a:spLocks xmlns:a="http://schemas.openxmlformats.org/drawingml/2006/main" noGrp="1"/>
          </p:cNvSpPr>
          <p:nvPr/>
        </p:nvSpPr>
        <p:spPr>
          <a:xfrm xmlns:a="http://schemas.openxmlformats.org/drawingml/2006/main">
            <a:off x="685800" y="781050"/>
            <a:ext cx="914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F5F0DD"/>
                </a:solidFill>
                <a:latin typeface="Chalkboard"/>
                <a:ea typeface="Chalkboard"/>
                <a:cs typeface="Chalkboard"/>
              </a:defRPr>
            </a:pPr>
            <a:r>
              <a:rPr sz="3150" b="1">
                <a:solidFill>
                  <a:srgbClr val="F5F0DD"/>
                </a:solidFill>
                <a:latin typeface="Chalkboard"/>
                <a:ea typeface="Chalkboard"/>
                <a:cs typeface="Chalkboard"/>
              </a:rPr>
              <a:t>Extra Practice 3: Hedda Gabler</a:t>
            </a:r>
          </a:p>
        </p:txBody>
      </p:sp>
      <p:sp>
        <p:nvSpPr>
          <p:cNvPr id="30" name="">
            <a:extLst xmlns:a="http://schemas.openxmlformats.org/drawingml/2006/main">
              <a:ext uri="{FF2B5EF4-FFF2-40B4-BE49-F238E27FC236}">
                <a16:creationId xmlns:a16="http://schemas.microsoft.com/office/drawing/2014/main" id="{F469E503-4665-48D4-9DD2-AC0A20C08949}"/>
              </a:ext>
            </a:extLst>
          </p:cNvPr>
          <p:cNvSpPr>
            <a:spLocks xmlns:a="http://schemas.openxmlformats.org/drawingml/2006/main" noGrp="1"/>
          </p:cNvSpPr>
          <p:nvPr/>
        </p:nvSpPr>
        <p:spPr>
          <a:xfrm xmlns:a="http://schemas.openxmlformats.org/drawingml/2006/main">
            <a:off x="704850" y="1604963"/>
            <a:ext cx="9105900" cy="28575"/>
          </a:xfrm>
          <a:prstGeom xmlns:a="http://schemas.openxmlformats.org/drawingml/2006/main" prst="rect">
            <a:avLst/>
          </a:prstGeom>
          <a:solidFill xmlns:a="http://schemas.openxmlformats.org/drawingml/2006/main">
            <a:srgbClr val="F2D46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BFAB1297-8B54-4D8B-AFB2-70D92380E0F5}"/>
              </a:ext>
            </a:extLst>
          </p:cNvPr>
          <p:cNvSpPr>
            <a:spLocks xmlns:a="http://schemas.openxmlformats.org/drawingml/2006/main" noGrp="1"/>
          </p:cNvSpPr>
          <p:nvPr/>
        </p:nvSpPr>
        <p:spPr>
          <a:xfrm xmlns:a="http://schemas.openxmlformats.org/drawingml/2006/main">
            <a:off x="723900" y="17907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D9DFC8"/>
                </a:solidFill>
                <a:latin typeface="Chalkboard"/>
                <a:ea typeface="Chalkboard"/>
                <a:cs typeface="Chalkboard"/>
              </a:defRPr>
            </a:pPr>
            <a:r>
              <a:rPr sz="1275" b="0">
                <a:solidFill>
                  <a:srgbClr val="D9DFC8"/>
                </a:solidFill>
                <a:latin typeface="Chalkboard"/>
                <a:ea typeface="Chalkboard"/>
                <a:cs typeface="Chalkboard"/>
              </a:rPr>
              <a:t>Question 3 of 5</a:t>
            </a:r>
          </a:p>
        </p:txBody>
      </p:sp>
      <p:sp>
        <p:nvSpPr>
          <p:cNvPr id="32" name="">
            <a:extLst xmlns:a="http://schemas.openxmlformats.org/drawingml/2006/main">
              <a:ext uri="{FF2B5EF4-FFF2-40B4-BE49-F238E27FC236}">
                <a16:creationId xmlns:a16="http://schemas.microsoft.com/office/drawing/2014/main" id="{85061060-FF85-4AA5-82BA-B6F428C87CB4}"/>
              </a:ext>
            </a:extLst>
          </p:cNvPr>
          <p:cNvSpPr>
            <a:spLocks xmlns:a="http://schemas.openxmlformats.org/drawingml/2006/main" noGrp="1"/>
          </p:cNvSpPr>
          <p:nvPr/>
        </p:nvSpPr>
        <p:spPr>
          <a:xfrm xmlns:a="http://schemas.openxmlformats.org/drawingml/2006/main">
            <a:off x="723900" y="2076450"/>
            <a:ext cx="10096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5F0DD"/>
                </a:solidFill>
                <a:latin typeface="Chalkboard"/>
                <a:ea typeface="Chalkboard"/>
                <a:cs typeface="Chalkboard"/>
              </a:defRPr>
            </a:pPr>
            <a:r>
              <a:rPr sz="1200" b="0">
                <a:solidFill>
                  <a:srgbClr val="F5F0DD"/>
                </a:solidFill>
                <a:latin typeface="Chalkboard"/>
                <a:ea typeface="Chalkboard"/>
                <a:cs typeface="Chalkboard"/>
              </a:rPr>
              <a:t>Hedda Gabler is an 1890 play by Henrik Ibsen. As a woman in the Victorian era, Hedda, the play's central character, is unable to freely determine her own future. Instead, she seeks to influence another person's fate, as is evident when she says to another character, ______</a:t>
            </a:r>
          </a:p>
          <a:p xmlns:a="http://schemas.openxmlformats.org/drawingml/2006/main">
            <a:r>
              <a:t/>
            </a:r>
          </a:p>
          <a:p xmlns:a="http://schemas.openxmlformats.org/drawingml/2006/main">
            <a:pPr algn="l">
              <a:defRPr sz="1200" b="0">
                <a:solidFill>
                  <a:srgbClr val="F5F0DD"/>
                </a:solidFill>
                <a:latin typeface="Chalkboard"/>
                <a:ea typeface="Chalkboard"/>
                <a:cs typeface="Chalkboard"/>
              </a:defRPr>
            </a:pPr>
            <a:r>
              <a:rPr sz="1200" b="0">
                <a:solidFill>
                  <a:srgbClr val="F5F0DD"/>
                </a:solidFill>
                <a:latin typeface="Chalkboard"/>
                <a:ea typeface="Chalkboard"/>
                <a:cs typeface="Chalkboard"/>
              </a:rPr>
              <a:t>Which quotation from a translation of Hedda Gabler most effectively illustrates the claim?</a:t>
            </a:r>
          </a:p>
        </p:txBody>
      </p:sp>
      <p:sp>
        <p:nvSpPr>
          <p:cNvPr id="33" name="">
            <a:extLst xmlns:a="http://schemas.openxmlformats.org/drawingml/2006/main">
              <a:ext uri="{FF2B5EF4-FFF2-40B4-BE49-F238E27FC236}">
                <a16:creationId xmlns:a16="http://schemas.microsoft.com/office/drawing/2014/main" id="{18D7AA0B-0FF4-4158-ADB5-FBC453F8BE99}"/>
              </a:ext>
            </a:extLst>
          </p:cNvPr>
          <p:cNvSpPr>
            <a:spLocks xmlns:a="http://schemas.openxmlformats.org/drawingml/2006/main" noGrp="1"/>
          </p:cNvSpPr>
          <p:nvPr/>
        </p:nvSpPr>
        <p:spPr>
          <a:xfrm xmlns:a="http://schemas.openxmlformats.org/drawingml/2006/main">
            <a:off x="723900" y="3857625"/>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F29B91"/>
            </a:solidFill>
            <a:prstDash val="solid"/>
          </a:ln>
        </p:spPr>
      </p:sp>
      <p:sp>
        <p:nvSpPr>
          <p:cNvPr id="34" name="">
            <a:extLst xmlns:a="http://schemas.openxmlformats.org/drawingml/2006/main">
              <a:ext uri="{FF2B5EF4-FFF2-40B4-BE49-F238E27FC236}">
                <a16:creationId xmlns:a16="http://schemas.microsoft.com/office/drawing/2014/main" id="{E0604D95-51E4-431B-984A-CBC60748A3D2}"/>
              </a:ext>
            </a:extLst>
          </p:cNvPr>
          <p:cNvSpPr>
            <a:spLocks xmlns:a="http://schemas.openxmlformats.org/drawingml/2006/main" noGrp="1"/>
          </p:cNvSpPr>
          <p:nvPr/>
        </p:nvSpPr>
        <p:spPr>
          <a:xfrm xmlns:a="http://schemas.openxmlformats.org/drawingml/2006/main">
            <a:off x="723900" y="39433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29B91"/>
                </a:solidFill>
                <a:latin typeface="Chalkboard"/>
                <a:ea typeface="Chalkboard"/>
                <a:cs typeface="Chalkboard"/>
              </a:defRPr>
            </a:pPr>
            <a:r>
              <a:rPr sz="1275" b="1">
                <a:solidFill>
                  <a:srgbClr val="F29B91"/>
                </a:solidFill>
                <a:latin typeface="Chalkboard"/>
                <a:ea typeface="Chalkboard"/>
                <a:cs typeface="Chalkboard"/>
              </a:rPr>
              <a:t>A</a:t>
            </a:r>
          </a:p>
        </p:txBody>
      </p:sp>
      <p:sp>
        <p:nvSpPr>
          <p:cNvPr id="35" name="">
            <a:extLst xmlns:a="http://schemas.openxmlformats.org/drawingml/2006/main">
              <a:ext uri="{FF2B5EF4-FFF2-40B4-BE49-F238E27FC236}">
                <a16:creationId xmlns:a16="http://schemas.microsoft.com/office/drawing/2014/main" id="{59555175-CBD5-46E8-92C4-96E4CBE7CF23}"/>
              </a:ext>
            </a:extLst>
          </p:cNvPr>
          <p:cNvSpPr>
            <a:spLocks xmlns:a="http://schemas.openxmlformats.org/drawingml/2006/main" noGrp="1"/>
          </p:cNvSpPr>
          <p:nvPr/>
        </p:nvSpPr>
        <p:spPr>
          <a:xfrm xmlns:a="http://schemas.openxmlformats.org/drawingml/2006/main">
            <a:off x="1276350" y="3857625"/>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5F0DD"/>
                </a:solidFill>
                <a:latin typeface="Chalkboard"/>
                <a:ea typeface="Chalkboard"/>
                <a:cs typeface="Chalkboard"/>
              </a:defRPr>
            </a:pPr>
            <a:r>
              <a:rPr sz="1050" b="0">
                <a:solidFill>
                  <a:srgbClr val="F5F0DD"/>
                </a:solidFill>
                <a:latin typeface="Chalkboard"/>
                <a:ea typeface="Chalkboard"/>
                <a:cs typeface="Chalkboard"/>
              </a:rPr>
              <a:t>"Then what in heaven's name would you have me do with myself?"</a:t>
            </a:r>
          </a:p>
        </p:txBody>
      </p:sp>
      <p:sp>
        <p:nvSpPr>
          <p:cNvPr id="36" name="">
            <a:extLst xmlns:a="http://schemas.openxmlformats.org/drawingml/2006/main">
              <a:ext uri="{FF2B5EF4-FFF2-40B4-BE49-F238E27FC236}">
                <a16:creationId xmlns:a16="http://schemas.microsoft.com/office/drawing/2014/main" id="{192C9468-3471-4F56-B2A5-9F8536F9FAE0}"/>
              </a:ext>
            </a:extLst>
          </p:cNvPr>
          <p:cNvSpPr>
            <a:spLocks xmlns:a="http://schemas.openxmlformats.org/drawingml/2006/main" noGrp="1"/>
          </p:cNvSpPr>
          <p:nvPr/>
        </p:nvSpPr>
        <p:spPr>
          <a:xfrm xmlns:a="http://schemas.openxmlformats.org/drawingml/2006/main">
            <a:off x="6334125" y="3857625"/>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9FE3B4"/>
            </a:solidFill>
            <a:prstDash val="solid"/>
          </a:ln>
        </p:spPr>
      </p:sp>
      <p:sp>
        <p:nvSpPr>
          <p:cNvPr id="37" name="">
            <a:extLst xmlns:a="http://schemas.openxmlformats.org/drawingml/2006/main">
              <a:ext uri="{FF2B5EF4-FFF2-40B4-BE49-F238E27FC236}">
                <a16:creationId xmlns:a16="http://schemas.microsoft.com/office/drawing/2014/main" id="{4E49CFEB-CB5D-4289-AC38-51069E4F35D4}"/>
              </a:ext>
            </a:extLst>
          </p:cNvPr>
          <p:cNvSpPr>
            <a:spLocks xmlns:a="http://schemas.openxmlformats.org/drawingml/2006/main" noGrp="1"/>
          </p:cNvSpPr>
          <p:nvPr/>
        </p:nvSpPr>
        <p:spPr>
          <a:xfrm xmlns:a="http://schemas.openxmlformats.org/drawingml/2006/main">
            <a:off x="6334125" y="39433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9FE3B4"/>
                </a:solidFill>
                <a:latin typeface="Chalkboard"/>
                <a:ea typeface="Chalkboard"/>
                <a:cs typeface="Chalkboard"/>
              </a:defRPr>
            </a:pPr>
            <a:r>
              <a:rPr sz="1275" b="1">
                <a:solidFill>
                  <a:srgbClr val="9FE3B4"/>
                </a:solidFill>
                <a:latin typeface="Chalkboard"/>
                <a:ea typeface="Chalkboard"/>
                <a:cs typeface="Chalkboard"/>
              </a:rPr>
              <a:t>B</a:t>
            </a:r>
          </a:p>
        </p:txBody>
      </p:sp>
      <p:sp>
        <p:nvSpPr>
          <p:cNvPr id="38" name="">
            <a:extLst xmlns:a="http://schemas.openxmlformats.org/drawingml/2006/main">
              <a:ext uri="{FF2B5EF4-FFF2-40B4-BE49-F238E27FC236}">
                <a16:creationId xmlns:a16="http://schemas.microsoft.com/office/drawing/2014/main" id="{605C067B-E944-42A3-9BA4-BE6179D565DD}"/>
              </a:ext>
            </a:extLst>
          </p:cNvPr>
          <p:cNvSpPr>
            <a:spLocks xmlns:a="http://schemas.openxmlformats.org/drawingml/2006/main" noGrp="1"/>
          </p:cNvSpPr>
          <p:nvPr/>
        </p:nvSpPr>
        <p:spPr>
          <a:xfrm xmlns:a="http://schemas.openxmlformats.org/drawingml/2006/main">
            <a:off x="6886575" y="3857625"/>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5F0DD"/>
                </a:solidFill>
                <a:latin typeface="Chalkboard"/>
                <a:ea typeface="Chalkboard"/>
                <a:cs typeface="Chalkboard"/>
              </a:defRPr>
            </a:pPr>
            <a:r>
              <a:rPr sz="1050" b="0">
                <a:solidFill>
                  <a:srgbClr val="F5F0DD"/>
                </a:solidFill>
                <a:latin typeface="Chalkboard"/>
                <a:ea typeface="Chalkboard"/>
                <a:cs typeface="Chalkboard"/>
              </a:rPr>
              <a:t>"I want for once in my life to have power to mold a human destiny."</a:t>
            </a:r>
          </a:p>
        </p:txBody>
      </p:sp>
      <p:sp>
        <p:nvSpPr>
          <p:cNvPr id="39" name="">
            <a:extLst xmlns:a="http://schemas.openxmlformats.org/drawingml/2006/main">
              <a:ext uri="{FF2B5EF4-FFF2-40B4-BE49-F238E27FC236}">
                <a16:creationId xmlns:a16="http://schemas.microsoft.com/office/drawing/2014/main" id="{E97A511D-CB1E-4C86-AD35-EF91B09B3186}"/>
              </a:ext>
            </a:extLst>
          </p:cNvPr>
          <p:cNvSpPr>
            <a:spLocks xmlns:a="http://schemas.openxmlformats.org/drawingml/2006/main" noGrp="1"/>
          </p:cNvSpPr>
          <p:nvPr/>
        </p:nvSpPr>
        <p:spPr>
          <a:xfrm xmlns:a="http://schemas.openxmlformats.org/drawingml/2006/main">
            <a:off x="723900" y="4695825"/>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F2D46B"/>
            </a:solidFill>
            <a:prstDash val="solid"/>
          </a:ln>
        </p:spPr>
      </p:sp>
      <p:sp>
        <p:nvSpPr>
          <p:cNvPr id="40" name="">
            <a:extLst xmlns:a="http://schemas.openxmlformats.org/drawingml/2006/main">
              <a:ext uri="{FF2B5EF4-FFF2-40B4-BE49-F238E27FC236}">
                <a16:creationId xmlns:a16="http://schemas.microsoft.com/office/drawing/2014/main" id="{FAC76075-937F-4C38-9DE5-80D5C5D025E9}"/>
              </a:ext>
            </a:extLst>
          </p:cNvPr>
          <p:cNvSpPr>
            <a:spLocks xmlns:a="http://schemas.openxmlformats.org/drawingml/2006/main" noGrp="1"/>
          </p:cNvSpPr>
          <p:nvPr/>
        </p:nvSpPr>
        <p:spPr>
          <a:xfrm xmlns:a="http://schemas.openxmlformats.org/drawingml/2006/main">
            <a:off x="723900" y="47815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2D46B"/>
                </a:solidFill>
                <a:latin typeface="Chalkboard"/>
                <a:ea typeface="Chalkboard"/>
                <a:cs typeface="Chalkboard"/>
              </a:defRPr>
            </a:pPr>
            <a:r>
              <a:rPr sz="1275" b="1">
                <a:solidFill>
                  <a:srgbClr val="F2D46B"/>
                </a:solidFill>
                <a:latin typeface="Chalkboard"/>
                <a:ea typeface="Chalkboard"/>
                <a:cs typeface="Chalkboard"/>
              </a:rPr>
              <a:t>C</a:t>
            </a:r>
          </a:p>
        </p:txBody>
      </p:sp>
      <p:sp>
        <p:nvSpPr>
          <p:cNvPr id="41" name="">
            <a:extLst xmlns:a="http://schemas.openxmlformats.org/drawingml/2006/main">
              <a:ext uri="{FF2B5EF4-FFF2-40B4-BE49-F238E27FC236}">
                <a16:creationId xmlns:a16="http://schemas.microsoft.com/office/drawing/2014/main" id="{BA9E56AE-BD3C-40E6-ABFA-336BDA8B983E}"/>
              </a:ext>
            </a:extLst>
          </p:cNvPr>
          <p:cNvSpPr>
            <a:spLocks xmlns:a="http://schemas.openxmlformats.org/drawingml/2006/main" noGrp="1"/>
          </p:cNvSpPr>
          <p:nvPr/>
        </p:nvSpPr>
        <p:spPr>
          <a:xfrm xmlns:a="http://schemas.openxmlformats.org/drawingml/2006/main">
            <a:off x="1276350" y="4695825"/>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5F0DD"/>
                </a:solidFill>
                <a:latin typeface="Chalkboard"/>
                <a:ea typeface="Chalkboard"/>
                <a:cs typeface="Chalkboard"/>
              </a:defRPr>
            </a:pPr>
            <a:r>
              <a:rPr sz="1050" b="0">
                <a:solidFill>
                  <a:srgbClr val="F5F0DD"/>
                </a:solidFill>
                <a:latin typeface="Chalkboard"/>
                <a:ea typeface="Chalkboard"/>
                <a:cs typeface="Chalkboard"/>
              </a:rPr>
              <a:t>"Then I, poor creature, have no sort of power over you?"</a:t>
            </a:r>
          </a:p>
        </p:txBody>
      </p:sp>
      <p:sp>
        <p:nvSpPr>
          <p:cNvPr id="42" name="">
            <a:extLst xmlns:a="http://schemas.openxmlformats.org/drawingml/2006/main">
              <a:ext uri="{FF2B5EF4-FFF2-40B4-BE49-F238E27FC236}">
                <a16:creationId xmlns:a16="http://schemas.microsoft.com/office/drawing/2014/main" id="{E2B74B93-79F7-4136-8A74-F8FFE51D885E}"/>
              </a:ext>
            </a:extLst>
          </p:cNvPr>
          <p:cNvSpPr>
            <a:spLocks xmlns:a="http://schemas.openxmlformats.org/drawingml/2006/main" noGrp="1"/>
          </p:cNvSpPr>
          <p:nvPr/>
        </p:nvSpPr>
        <p:spPr>
          <a:xfrm xmlns:a="http://schemas.openxmlformats.org/drawingml/2006/main">
            <a:off x="6334125" y="4695825"/>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A9D8FF"/>
            </a:solidFill>
            <a:prstDash val="solid"/>
          </a:ln>
        </p:spPr>
      </p:sp>
      <p:sp>
        <p:nvSpPr>
          <p:cNvPr id="43" name="">
            <a:extLst xmlns:a="http://schemas.openxmlformats.org/drawingml/2006/main">
              <a:ext uri="{FF2B5EF4-FFF2-40B4-BE49-F238E27FC236}">
                <a16:creationId xmlns:a16="http://schemas.microsoft.com/office/drawing/2014/main" id="{551A4B5C-27F5-43CF-9F30-C0F3F6567656}"/>
              </a:ext>
            </a:extLst>
          </p:cNvPr>
          <p:cNvSpPr>
            <a:spLocks xmlns:a="http://schemas.openxmlformats.org/drawingml/2006/main" noGrp="1"/>
          </p:cNvSpPr>
          <p:nvPr/>
        </p:nvSpPr>
        <p:spPr>
          <a:xfrm xmlns:a="http://schemas.openxmlformats.org/drawingml/2006/main">
            <a:off x="6334125" y="47815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A9D8FF"/>
                </a:solidFill>
                <a:latin typeface="Chalkboard"/>
                <a:ea typeface="Chalkboard"/>
                <a:cs typeface="Chalkboard"/>
              </a:defRPr>
            </a:pPr>
            <a:r>
              <a:rPr sz="1275" b="1">
                <a:solidFill>
                  <a:srgbClr val="A9D8FF"/>
                </a:solidFill>
                <a:latin typeface="Chalkboard"/>
                <a:ea typeface="Chalkboard"/>
                <a:cs typeface="Chalkboard"/>
              </a:rPr>
              <a:t>D</a:t>
            </a:r>
          </a:p>
        </p:txBody>
      </p:sp>
      <p:sp>
        <p:nvSpPr>
          <p:cNvPr id="44" name="">
            <a:extLst xmlns:a="http://schemas.openxmlformats.org/drawingml/2006/main">
              <a:ext uri="{FF2B5EF4-FFF2-40B4-BE49-F238E27FC236}">
                <a16:creationId xmlns:a16="http://schemas.microsoft.com/office/drawing/2014/main" id="{2CD81331-98DA-4E7E-8055-661CAFDE8207}"/>
              </a:ext>
            </a:extLst>
          </p:cNvPr>
          <p:cNvSpPr>
            <a:spLocks xmlns:a="http://schemas.openxmlformats.org/drawingml/2006/main" noGrp="1"/>
          </p:cNvSpPr>
          <p:nvPr/>
        </p:nvSpPr>
        <p:spPr>
          <a:xfrm xmlns:a="http://schemas.openxmlformats.org/drawingml/2006/main">
            <a:off x="6886575" y="4695825"/>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5F0DD"/>
                </a:solidFill>
                <a:latin typeface="Chalkboard"/>
                <a:ea typeface="Chalkboard"/>
                <a:cs typeface="Chalkboard"/>
              </a:defRPr>
            </a:pPr>
            <a:r>
              <a:rPr sz="1050" b="0">
                <a:solidFill>
                  <a:srgbClr val="F5F0DD"/>
                </a:solidFill>
                <a:latin typeface="Chalkboard"/>
                <a:ea typeface="Chalkboard"/>
                <a:cs typeface="Chalkboard"/>
              </a:rPr>
              <a:t>"Faithful to your principles, now and for ever! Ah, that is how a man should be!"</a:t>
            </a:r>
          </a:p>
        </p:txBody>
      </p:sp>
      <p:sp>
        <p:nvSpPr>
          <p:cNvPr id="45" name="">
            <a:extLst xmlns:a="http://schemas.openxmlformats.org/drawingml/2006/main">
              <a:ext uri="{FF2B5EF4-FFF2-40B4-BE49-F238E27FC236}">
                <a16:creationId xmlns:a16="http://schemas.microsoft.com/office/drawing/2014/main" id="{E4D02BF8-769B-4ECB-A9CB-97155DA3E5ED}"/>
              </a:ext>
            </a:extLst>
          </p:cNvPr>
          <p:cNvSpPr>
            <a:spLocks xmlns:a="http://schemas.openxmlformats.org/drawingml/2006/main" noGrp="1"/>
          </p:cNvSpPr>
          <p:nvPr/>
        </p:nvSpPr>
        <p:spPr>
          <a:xfrm xmlns:a="http://schemas.openxmlformats.org/drawingml/2006/main">
            <a:off x="5000625" y="585787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183B2B"/>
                </a:solidFill>
                <a:latin typeface="Chalkboard"/>
                <a:ea typeface="Chalkboard"/>
                <a:cs typeface="Chalkboard"/>
              </a:defRPr>
            </a:pPr>
            <a:r>
              <a:rPr sz="2100" b="1">
                <a:solidFill>
                  <a:srgbClr val="183B2B"/>
                </a:solidFill>
                <a:latin typeface="Chalkboard"/>
                <a:ea typeface="Chalkboard"/>
                <a:cs typeface="Chalkboard"/>
              </a:rPr>
              <a:t>Answer: B</a:t>
            </a:r>
          </a:p>
        </p:txBody>
      </p:sp>
      <p:sp>
        <p:nvSpPr>
          <p:cNvPr id="46" name="">
            <a:extLst xmlns:a="http://schemas.openxmlformats.org/drawingml/2006/main">
              <a:ext uri="{FF2B5EF4-FFF2-40B4-BE49-F238E27FC236}">
                <a16:creationId xmlns:a16="http://schemas.microsoft.com/office/drawing/2014/main" id="{DB59F11F-1B77-4C6D-B44A-C49BB644931B}"/>
              </a:ext>
            </a:extLst>
          </p:cNvPr>
          <p:cNvSpPr>
            <a:spLocks xmlns:a="http://schemas.openxmlformats.org/drawingml/2006/main" noGrp="1"/>
          </p:cNvSpPr>
          <p:nvPr/>
        </p:nvSpPr>
        <p:spPr>
          <a:xfrm xmlns:a="http://schemas.openxmlformats.org/drawingml/2006/main">
            <a:off x="552450" y="6286500"/>
            <a:ext cx="838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0">
                <a:solidFill>
                  <a:srgbClr val="B8C7B4"/>
                </a:solidFill>
                <a:latin typeface="Chalkboard"/>
                <a:ea typeface="Chalkboard"/>
                <a:cs typeface="Chalkboard"/>
              </a:defRPr>
            </a:pPr>
            <a:r>
              <a:rPr sz="825" b="0">
                <a:solidFill>
                  <a:srgbClr val="B8C7B4"/>
                </a:solidFill>
                <a:latin typeface="Chalkboard"/>
                <a:ea typeface="Chalkboard"/>
                <a:cs typeface="Chalkboard"/>
              </a:rPr>
              <a:t>Adapted as a classroom summary from Khan Academy SAT Reading and Writing: Command of Evidence: Textual.</a:t>
            </a:r>
          </a:p>
        </p:txBody>
      </p:sp>
    </p:spTree>
    <p:extLst>
      <p:ext uri="{BB962C8B-B14F-4D97-AF65-F5344CB8AC3E}">
        <p14:creationId xmlns:p14="http://schemas.microsoft.com/office/powerpoint/2010/main" val="153483910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F2E796F-770E-4534-83AB-899913C20B2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83B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3904DC-65BE-434E-AB14-D4101C57F15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000">
              <a:alpha val="0"/>
            </a:srgbClr>
          </a:solidFill>
          <a:ln xmlns:a="http://schemas.openxmlformats.org/drawingml/2006/main" w="57150">
            <a:solidFill>
              <a:srgbClr val="0A1712"/>
            </a:solidFill>
            <a:prstDash val="solid"/>
          </a:ln>
        </p:spPr>
      </p:sp>
      <p:sp>
        <p:nvSpPr>
          <p:cNvPr id="3" name="">
            <a:extLst xmlns:a="http://schemas.openxmlformats.org/drawingml/2006/main">
              <a:ext uri="{FF2B5EF4-FFF2-40B4-BE49-F238E27FC236}">
                <a16:creationId xmlns:a16="http://schemas.microsoft.com/office/drawing/2014/main" id="{1C0B465D-FA5C-4F35-A113-D153EB3DDD6B}"/>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AF7442D-5304-43B3-985D-F31517967BF2}"/>
              </a:ext>
            </a:extLst>
          </p:cNvPr>
          <p:cNvSpPr>
            <a:spLocks xmlns:a="http://schemas.openxmlformats.org/drawingml/2006/main" noGrp="1"/>
          </p:cNvSpPr>
          <p:nvPr/>
        </p:nvSpPr>
        <p:spPr>
          <a:xfrm xmlns:a="http://schemas.openxmlformats.org/drawingml/2006/main">
            <a:off x="0" y="6629400"/>
            <a:ext cx="12192000" cy="22860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F7E014D-4B83-4C2E-97F8-D166D900D86F}"/>
              </a:ext>
            </a:extLst>
          </p:cNvPr>
          <p:cNvSpPr>
            <a:spLocks xmlns:a="http://schemas.openxmlformats.org/drawingml/2006/main" noGrp="1"/>
          </p:cNvSpPr>
          <p:nvPr/>
        </p:nvSpPr>
        <p:spPr>
          <a:xfrm xmlns:a="http://schemas.openxmlformats.org/drawingml/2006/main">
            <a:off x="552450" y="5524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0AC13A0-50C4-467B-88A0-D589D20E86AD}"/>
              </a:ext>
            </a:extLst>
          </p:cNvPr>
          <p:cNvSpPr>
            <a:spLocks xmlns:a="http://schemas.openxmlformats.org/drawingml/2006/main" noGrp="1"/>
          </p:cNvSpPr>
          <p:nvPr/>
        </p:nvSpPr>
        <p:spPr>
          <a:xfrm xmlns:a="http://schemas.openxmlformats.org/drawingml/2006/main">
            <a:off x="2200275" y="14763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DC6886E-FE05-4B96-B8F8-491F0D76673A}"/>
              </a:ext>
            </a:extLst>
          </p:cNvPr>
          <p:cNvSpPr>
            <a:spLocks xmlns:a="http://schemas.openxmlformats.org/drawingml/2006/main" noGrp="1"/>
          </p:cNvSpPr>
          <p:nvPr/>
        </p:nvSpPr>
        <p:spPr>
          <a:xfrm xmlns:a="http://schemas.openxmlformats.org/drawingml/2006/main">
            <a:off x="3848100" y="240030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8B3991E-D463-4683-9E10-8BB2959A3664}"/>
              </a:ext>
            </a:extLst>
          </p:cNvPr>
          <p:cNvSpPr>
            <a:spLocks xmlns:a="http://schemas.openxmlformats.org/drawingml/2006/main" noGrp="1"/>
          </p:cNvSpPr>
          <p:nvPr/>
        </p:nvSpPr>
        <p:spPr>
          <a:xfrm xmlns:a="http://schemas.openxmlformats.org/drawingml/2006/main">
            <a:off x="5495925" y="332422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EAAB7B7-5BD7-4534-9AB3-A3F1ED327745}"/>
              </a:ext>
            </a:extLst>
          </p:cNvPr>
          <p:cNvSpPr>
            <a:spLocks xmlns:a="http://schemas.openxmlformats.org/drawingml/2006/main" noGrp="1"/>
          </p:cNvSpPr>
          <p:nvPr/>
        </p:nvSpPr>
        <p:spPr>
          <a:xfrm xmlns:a="http://schemas.openxmlformats.org/drawingml/2006/main">
            <a:off x="7143750" y="424815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7D6416C-DBA1-433D-B219-CD07694B0581}"/>
              </a:ext>
            </a:extLst>
          </p:cNvPr>
          <p:cNvSpPr>
            <a:spLocks xmlns:a="http://schemas.openxmlformats.org/drawingml/2006/main" noGrp="1"/>
          </p:cNvSpPr>
          <p:nvPr/>
        </p:nvSpPr>
        <p:spPr>
          <a:xfrm xmlns:a="http://schemas.openxmlformats.org/drawingml/2006/main">
            <a:off x="8791575" y="517207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8291DCA-2A8C-4866-80AE-8ACA6E071503}"/>
              </a:ext>
            </a:extLst>
          </p:cNvPr>
          <p:cNvSpPr>
            <a:spLocks xmlns:a="http://schemas.openxmlformats.org/drawingml/2006/main" noGrp="1"/>
          </p:cNvSpPr>
          <p:nvPr/>
        </p:nvSpPr>
        <p:spPr>
          <a:xfrm xmlns:a="http://schemas.openxmlformats.org/drawingml/2006/main">
            <a:off x="10439400" y="68580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CF3FA61-D731-4DDE-BBEA-ED64F58F774C}"/>
              </a:ext>
            </a:extLst>
          </p:cNvPr>
          <p:cNvSpPr>
            <a:spLocks xmlns:a="http://schemas.openxmlformats.org/drawingml/2006/main" noGrp="1"/>
          </p:cNvSpPr>
          <p:nvPr/>
        </p:nvSpPr>
        <p:spPr>
          <a:xfrm xmlns:a="http://schemas.openxmlformats.org/drawingml/2006/main">
            <a:off x="1038225" y="160972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BB22DD4-33C9-4C73-BA8D-993FC2422D38}"/>
              </a:ext>
            </a:extLst>
          </p:cNvPr>
          <p:cNvSpPr>
            <a:spLocks xmlns:a="http://schemas.openxmlformats.org/drawingml/2006/main" noGrp="1"/>
          </p:cNvSpPr>
          <p:nvPr/>
        </p:nvSpPr>
        <p:spPr>
          <a:xfrm xmlns:a="http://schemas.openxmlformats.org/drawingml/2006/main">
            <a:off x="2686050" y="253365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617877C-FDE0-4B04-BA33-92327E849AB7}"/>
              </a:ext>
            </a:extLst>
          </p:cNvPr>
          <p:cNvSpPr>
            <a:spLocks xmlns:a="http://schemas.openxmlformats.org/drawingml/2006/main" noGrp="1"/>
          </p:cNvSpPr>
          <p:nvPr/>
        </p:nvSpPr>
        <p:spPr>
          <a:xfrm xmlns:a="http://schemas.openxmlformats.org/drawingml/2006/main">
            <a:off x="4333875" y="345757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46145C1-60A6-4F59-B976-D162E57DCB93}"/>
              </a:ext>
            </a:extLst>
          </p:cNvPr>
          <p:cNvSpPr>
            <a:spLocks xmlns:a="http://schemas.openxmlformats.org/drawingml/2006/main" noGrp="1"/>
          </p:cNvSpPr>
          <p:nvPr/>
        </p:nvSpPr>
        <p:spPr>
          <a:xfrm xmlns:a="http://schemas.openxmlformats.org/drawingml/2006/main">
            <a:off x="5981700" y="438150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F527BA8-8368-49B4-B942-FBE9252B4054}"/>
              </a:ext>
            </a:extLst>
          </p:cNvPr>
          <p:cNvSpPr>
            <a:spLocks xmlns:a="http://schemas.openxmlformats.org/drawingml/2006/main" noGrp="1"/>
          </p:cNvSpPr>
          <p:nvPr/>
        </p:nvSpPr>
        <p:spPr>
          <a:xfrm xmlns:a="http://schemas.openxmlformats.org/drawingml/2006/main">
            <a:off x="7629525" y="530542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486597A-C920-48FB-BE98-3F1C5C37E263}"/>
              </a:ext>
            </a:extLst>
          </p:cNvPr>
          <p:cNvSpPr>
            <a:spLocks xmlns:a="http://schemas.openxmlformats.org/drawingml/2006/main" noGrp="1"/>
          </p:cNvSpPr>
          <p:nvPr/>
        </p:nvSpPr>
        <p:spPr>
          <a:xfrm xmlns:a="http://schemas.openxmlformats.org/drawingml/2006/main">
            <a:off x="9277350" y="81915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C2D527F-AE25-4E51-B178-512E101447B5}"/>
              </a:ext>
            </a:extLst>
          </p:cNvPr>
          <p:cNvSpPr>
            <a:spLocks xmlns:a="http://schemas.openxmlformats.org/drawingml/2006/main" noGrp="1"/>
          </p:cNvSpPr>
          <p:nvPr/>
        </p:nvSpPr>
        <p:spPr>
          <a:xfrm xmlns:a="http://schemas.openxmlformats.org/drawingml/2006/main">
            <a:off x="10925175" y="174307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06E762D-6FDA-481E-815F-C04144430A2F}"/>
              </a:ext>
            </a:extLst>
          </p:cNvPr>
          <p:cNvSpPr>
            <a:spLocks xmlns:a="http://schemas.openxmlformats.org/drawingml/2006/main" noGrp="1"/>
          </p:cNvSpPr>
          <p:nvPr/>
        </p:nvSpPr>
        <p:spPr>
          <a:xfrm xmlns:a="http://schemas.openxmlformats.org/drawingml/2006/main">
            <a:off x="1524000" y="266700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DD1CDB8-8F3B-4685-9320-6E5C1AEAE5B6}"/>
              </a:ext>
            </a:extLst>
          </p:cNvPr>
          <p:cNvSpPr>
            <a:spLocks xmlns:a="http://schemas.openxmlformats.org/drawingml/2006/main" noGrp="1"/>
          </p:cNvSpPr>
          <p:nvPr/>
        </p:nvSpPr>
        <p:spPr>
          <a:xfrm xmlns:a="http://schemas.openxmlformats.org/drawingml/2006/main">
            <a:off x="3171825" y="359092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45C382C-972C-4F58-BBCE-753CBD119113}"/>
              </a:ext>
            </a:extLst>
          </p:cNvPr>
          <p:cNvSpPr>
            <a:spLocks xmlns:a="http://schemas.openxmlformats.org/drawingml/2006/main" noGrp="1"/>
          </p:cNvSpPr>
          <p:nvPr/>
        </p:nvSpPr>
        <p:spPr>
          <a:xfrm xmlns:a="http://schemas.openxmlformats.org/drawingml/2006/main">
            <a:off x="4819650" y="451485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195D87D-AD69-4B1C-8539-02C9D16B765B}"/>
              </a:ext>
            </a:extLst>
          </p:cNvPr>
          <p:cNvSpPr>
            <a:spLocks xmlns:a="http://schemas.openxmlformats.org/drawingml/2006/main" noGrp="1"/>
          </p:cNvSpPr>
          <p:nvPr/>
        </p:nvSpPr>
        <p:spPr>
          <a:xfrm xmlns:a="http://schemas.openxmlformats.org/drawingml/2006/main">
            <a:off x="6467475" y="543877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8FF08D4-51E2-4714-B092-ADB53545CA03}"/>
              </a:ext>
            </a:extLst>
          </p:cNvPr>
          <p:cNvSpPr>
            <a:spLocks xmlns:a="http://schemas.openxmlformats.org/drawingml/2006/main" noGrp="1"/>
          </p:cNvSpPr>
          <p:nvPr/>
        </p:nvSpPr>
        <p:spPr>
          <a:xfrm xmlns:a="http://schemas.openxmlformats.org/drawingml/2006/main">
            <a:off x="8115300" y="95250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3720AA6-3F8E-4E93-B2D4-EB97BDB66C65}"/>
              </a:ext>
            </a:extLst>
          </p:cNvPr>
          <p:cNvSpPr>
            <a:spLocks xmlns:a="http://schemas.openxmlformats.org/drawingml/2006/main" noGrp="1"/>
          </p:cNvSpPr>
          <p:nvPr/>
        </p:nvSpPr>
        <p:spPr>
          <a:xfrm xmlns:a="http://schemas.openxmlformats.org/drawingml/2006/main">
            <a:off x="9763125" y="187642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EC1871A-9FA2-4E96-9C3A-DD5B06F5CA24}"/>
              </a:ext>
            </a:extLst>
          </p:cNvPr>
          <p:cNvSpPr>
            <a:spLocks xmlns:a="http://schemas.openxmlformats.org/drawingml/2006/main" noGrp="1"/>
          </p:cNvSpPr>
          <p:nvPr/>
        </p:nvSpPr>
        <p:spPr>
          <a:xfrm xmlns:a="http://schemas.openxmlformats.org/drawingml/2006/main">
            <a:off x="11410950" y="28003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460537D-967B-46BA-A4A1-0F1A7A707258}"/>
              </a:ext>
            </a:extLst>
          </p:cNvPr>
          <p:cNvSpPr>
            <a:spLocks xmlns:a="http://schemas.openxmlformats.org/drawingml/2006/main" noGrp="1"/>
          </p:cNvSpPr>
          <p:nvPr/>
        </p:nvSpPr>
        <p:spPr>
          <a:xfrm xmlns:a="http://schemas.openxmlformats.org/drawingml/2006/main">
            <a:off x="2009775" y="37242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9A89AB9-6915-415C-802E-6CF6824A5CF7}"/>
              </a:ext>
            </a:extLst>
          </p:cNvPr>
          <p:cNvSpPr>
            <a:spLocks xmlns:a="http://schemas.openxmlformats.org/drawingml/2006/main" noGrp="1"/>
          </p:cNvSpPr>
          <p:nvPr/>
        </p:nvSpPr>
        <p:spPr>
          <a:xfrm xmlns:a="http://schemas.openxmlformats.org/drawingml/2006/main">
            <a:off x="552450" y="4000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D9DFC8"/>
                </a:solidFill>
                <a:latin typeface="Chalkboard"/>
                <a:ea typeface="Chalkboard"/>
                <a:cs typeface="Chalkboard"/>
              </a:defRPr>
            </a:pPr>
            <a:r>
              <a:rPr sz="1125" b="1">
                <a:solidFill>
                  <a:srgbClr val="D9DFC8"/>
                </a:solidFill>
                <a:latin typeface="Chalkboard"/>
                <a:ea typeface="Chalkboard"/>
                <a:cs typeface="Chalkboard"/>
              </a:rPr>
              <a:t>TEXTUAL EVIDENCE: EXAMPLE</a:t>
            </a:r>
          </a:p>
        </p:txBody>
      </p:sp>
      <p:sp>
        <p:nvSpPr>
          <p:cNvPr id="28" name="">
            <a:extLst xmlns:a="http://schemas.openxmlformats.org/drawingml/2006/main">
              <a:ext uri="{FF2B5EF4-FFF2-40B4-BE49-F238E27FC236}">
                <a16:creationId xmlns:a16="http://schemas.microsoft.com/office/drawing/2014/main" id="{582DDD63-D73A-498D-9894-767E5B00CCE2}"/>
              </a:ext>
            </a:extLst>
          </p:cNvPr>
          <p:cNvSpPr>
            <a:spLocks xmlns:a="http://schemas.openxmlformats.org/drawingml/2006/main" noGrp="1"/>
          </p:cNvSpPr>
          <p:nvPr/>
        </p:nvSpPr>
        <p:spPr>
          <a:xfrm xmlns:a="http://schemas.openxmlformats.org/drawingml/2006/main">
            <a:off x="11001375" y="6191250"/>
            <a:ext cx="60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1650" b="1">
                <a:solidFill>
                  <a:srgbClr val="D9DFC8"/>
                </a:solidFill>
                <a:latin typeface="Chalkboard"/>
                <a:ea typeface="Chalkboard"/>
                <a:cs typeface="Chalkboard"/>
              </a:defRPr>
            </a:pPr>
            <a:r>
              <a:rPr sz="1650" b="1">
                <a:solidFill>
                  <a:srgbClr val="D9DFC8"/>
                </a:solidFill>
                <a:latin typeface="Chalkboard"/>
                <a:ea typeface="Chalkboard"/>
                <a:cs typeface="Chalkboard"/>
              </a:rPr>
              <a:t>19</a:t>
            </a:r>
          </a:p>
        </p:txBody>
      </p:sp>
      <p:sp>
        <p:nvSpPr>
          <p:cNvPr id="29" name="">
            <a:extLst xmlns:a="http://schemas.openxmlformats.org/drawingml/2006/main">
              <a:ext uri="{FF2B5EF4-FFF2-40B4-BE49-F238E27FC236}">
                <a16:creationId xmlns:a16="http://schemas.microsoft.com/office/drawing/2014/main" id="{D85A3BB3-06F3-4E5B-AF2D-0CA7532F5A88}"/>
              </a:ext>
            </a:extLst>
          </p:cNvPr>
          <p:cNvSpPr>
            <a:spLocks xmlns:a="http://schemas.openxmlformats.org/drawingml/2006/main" noGrp="1"/>
          </p:cNvSpPr>
          <p:nvPr/>
        </p:nvSpPr>
        <p:spPr>
          <a:xfrm xmlns:a="http://schemas.openxmlformats.org/drawingml/2006/main">
            <a:off x="685800" y="781050"/>
            <a:ext cx="914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F5F0DD"/>
                </a:solidFill>
                <a:latin typeface="Chalkboard"/>
                <a:ea typeface="Chalkboard"/>
                <a:cs typeface="Chalkboard"/>
              </a:defRPr>
            </a:pPr>
            <a:r>
              <a:rPr sz="3150" b="1">
                <a:solidFill>
                  <a:srgbClr val="F5F0DD"/>
                </a:solidFill>
                <a:latin typeface="Chalkboard"/>
                <a:ea typeface="Chalkboard"/>
                <a:cs typeface="Chalkboard"/>
              </a:rPr>
              <a:t>Extra Practice 4: Black Beans</a:t>
            </a:r>
          </a:p>
        </p:txBody>
      </p:sp>
      <p:sp>
        <p:nvSpPr>
          <p:cNvPr id="30" name="">
            <a:extLst xmlns:a="http://schemas.openxmlformats.org/drawingml/2006/main">
              <a:ext uri="{FF2B5EF4-FFF2-40B4-BE49-F238E27FC236}">
                <a16:creationId xmlns:a16="http://schemas.microsoft.com/office/drawing/2014/main" id="{E2E743EB-C32D-46C1-8E71-2BF87914CC03}"/>
              </a:ext>
            </a:extLst>
          </p:cNvPr>
          <p:cNvSpPr>
            <a:spLocks xmlns:a="http://schemas.openxmlformats.org/drawingml/2006/main" noGrp="1"/>
          </p:cNvSpPr>
          <p:nvPr/>
        </p:nvSpPr>
        <p:spPr>
          <a:xfrm xmlns:a="http://schemas.openxmlformats.org/drawingml/2006/main">
            <a:off x="704850" y="1604963"/>
            <a:ext cx="9105900" cy="28575"/>
          </a:xfrm>
          <a:prstGeom xmlns:a="http://schemas.openxmlformats.org/drawingml/2006/main" prst="rect">
            <a:avLst/>
          </a:prstGeom>
          <a:solidFill xmlns:a="http://schemas.openxmlformats.org/drawingml/2006/main">
            <a:srgbClr val="F2D46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9EC60A65-CC40-4017-BFCE-325E9A4271E6}"/>
              </a:ext>
            </a:extLst>
          </p:cNvPr>
          <p:cNvSpPr>
            <a:spLocks xmlns:a="http://schemas.openxmlformats.org/drawingml/2006/main" noGrp="1"/>
          </p:cNvSpPr>
          <p:nvPr/>
        </p:nvSpPr>
        <p:spPr>
          <a:xfrm xmlns:a="http://schemas.openxmlformats.org/drawingml/2006/main">
            <a:off x="723900" y="17907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D9DFC8"/>
                </a:solidFill>
                <a:latin typeface="Chalkboard"/>
                <a:ea typeface="Chalkboard"/>
                <a:cs typeface="Chalkboard"/>
              </a:defRPr>
            </a:pPr>
            <a:r>
              <a:rPr sz="1275" b="0">
                <a:solidFill>
                  <a:srgbClr val="D9DFC8"/>
                </a:solidFill>
                <a:latin typeface="Chalkboard"/>
                <a:ea typeface="Chalkboard"/>
                <a:cs typeface="Chalkboard"/>
              </a:rPr>
              <a:t>Question 4 of 5</a:t>
            </a:r>
          </a:p>
        </p:txBody>
      </p:sp>
      <p:sp>
        <p:nvSpPr>
          <p:cNvPr id="32" name="">
            <a:extLst xmlns:a="http://schemas.openxmlformats.org/drawingml/2006/main">
              <a:ext uri="{FF2B5EF4-FFF2-40B4-BE49-F238E27FC236}">
                <a16:creationId xmlns:a16="http://schemas.microsoft.com/office/drawing/2014/main" id="{0E6061E9-97F9-4CF0-B49D-793666CDD6E7}"/>
              </a:ext>
            </a:extLst>
          </p:cNvPr>
          <p:cNvSpPr>
            <a:spLocks xmlns:a="http://schemas.openxmlformats.org/drawingml/2006/main" noGrp="1"/>
          </p:cNvSpPr>
          <p:nvPr/>
        </p:nvSpPr>
        <p:spPr>
          <a:xfrm xmlns:a="http://schemas.openxmlformats.org/drawingml/2006/main">
            <a:off x="723900" y="2076450"/>
            <a:ext cx="10096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5F0DD"/>
                </a:solidFill>
                <a:latin typeface="Chalkboard"/>
                <a:ea typeface="Chalkboard"/>
                <a:cs typeface="Chalkboard"/>
              </a:defRPr>
            </a:pPr>
            <a:r>
              <a:rPr sz="1050" b="0">
                <a:solidFill>
                  <a:srgbClr val="F5F0DD"/>
                </a:solidFill>
                <a:latin typeface="Chalkboard"/>
                <a:ea typeface="Chalkboard"/>
                <a:cs typeface="Chalkboard"/>
              </a:rPr>
              <a:t>Black beans (Phaseolus vulgaris) are a nutritionally dense food, but they are difficult to digest in part because of their high levels of soluble fiber and compounds like raffinose. They also contain antinutrients like tannins and trypsin inhibitors, which interfere with the body's ability to extract nutrients from foods. In a research article, Marisela Granito and Glenda Alvarez from Simon Bolivar University in Venezuela claim that inducing fermentation of black beans using lactic acid bacteria improves the digestibility of the beans and makes them more nutritious.</a:t>
            </a:r>
          </a:p>
          <a:p xmlns:a="http://schemas.openxmlformats.org/drawingml/2006/main">
            <a:r>
              <a:t/>
            </a:r>
          </a:p>
          <a:p xmlns:a="http://schemas.openxmlformats.org/drawingml/2006/main">
            <a:pPr algn="l">
              <a:defRPr sz="1050" b="0">
                <a:solidFill>
                  <a:srgbClr val="F5F0DD"/>
                </a:solidFill>
                <a:latin typeface="Chalkboard"/>
                <a:ea typeface="Chalkboard"/>
                <a:cs typeface="Chalkboard"/>
              </a:defRPr>
            </a:pPr>
            <a:r>
              <a:rPr sz="1050" b="0">
                <a:solidFill>
                  <a:srgbClr val="F5F0DD"/>
                </a:solidFill>
                <a:latin typeface="Chalkboard"/>
                <a:ea typeface="Chalkboard"/>
                <a:cs typeface="Chalkboard"/>
              </a:rPr>
              <a:t>Which finding from Granito and Alvarez's research, if true, would most directly support their claim?</a:t>
            </a:r>
          </a:p>
        </p:txBody>
      </p:sp>
      <p:sp>
        <p:nvSpPr>
          <p:cNvPr id="33" name="">
            <a:extLst xmlns:a="http://schemas.openxmlformats.org/drawingml/2006/main">
              <a:ext uri="{FF2B5EF4-FFF2-40B4-BE49-F238E27FC236}">
                <a16:creationId xmlns:a16="http://schemas.microsoft.com/office/drawing/2014/main" id="{00ED77CF-BD5D-4C65-90EE-9F7D4A051E43}"/>
              </a:ext>
            </a:extLst>
          </p:cNvPr>
          <p:cNvSpPr>
            <a:spLocks xmlns:a="http://schemas.openxmlformats.org/drawingml/2006/main" noGrp="1"/>
          </p:cNvSpPr>
          <p:nvPr/>
        </p:nvSpPr>
        <p:spPr>
          <a:xfrm xmlns:a="http://schemas.openxmlformats.org/drawingml/2006/main">
            <a:off x="723900" y="3857625"/>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F29B91"/>
            </a:solidFill>
            <a:prstDash val="solid"/>
          </a:ln>
        </p:spPr>
      </p:sp>
      <p:sp>
        <p:nvSpPr>
          <p:cNvPr id="34" name="">
            <a:extLst xmlns:a="http://schemas.openxmlformats.org/drawingml/2006/main">
              <a:ext uri="{FF2B5EF4-FFF2-40B4-BE49-F238E27FC236}">
                <a16:creationId xmlns:a16="http://schemas.microsoft.com/office/drawing/2014/main" id="{5B043AC3-9D96-4BDD-B15C-2BB718F14228}"/>
              </a:ext>
            </a:extLst>
          </p:cNvPr>
          <p:cNvSpPr>
            <a:spLocks xmlns:a="http://schemas.openxmlformats.org/drawingml/2006/main" noGrp="1"/>
          </p:cNvSpPr>
          <p:nvPr/>
        </p:nvSpPr>
        <p:spPr>
          <a:xfrm xmlns:a="http://schemas.openxmlformats.org/drawingml/2006/main">
            <a:off x="723900" y="39433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29B91"/>
                </a:solidFill>
                <a:latin typeface="Chalkboard"/>
                <a:ea typeface="Chalkboard"/>
                <a:cs typeface="Chalkboard"/>
              </a:defRPr>
            </a:pPr>
            <a:r>
              <a:rPr sz="1275" b="1">
                <a:solidFill>
                  <a:srgbClr val="F29B91"/>
                </a:solidFill>
                <a:latin typeface="Chalkboard"/>
                <a:ea typeface="Chalkboard"/>
                <a:cs typeface="Chalkboard"/>
              </a:rPr>
              <a:t>A</a:t>
            </a:r>
          </a:p>
        </p:txBody>
      </p:sp>
      <p:sp>
        <p:nvSpPr>
          <p:cNvPr id="35" name="">
            <a:extLst xmlns:a="http://schemas.openxmlformats.org/drawingml/2006/main">
              <a:ext uri="{FF2B5EF4-FFF2-40B4-BE49-F238E27FC236}">
                <a16:creationId xmlns:a16="http://schemas.microsoft.com/office/drawing/2014/main" id="{6D5C6D56-9EAE-4B58-87B3-41A9A6720FB8}"/>
              </a:ext>
            </a:extLst>
          </p:cNvPr>
          <p:cNvSpPr>
            <a:spLocks xmlns:a="http://schemas.openxmlformats.org/drawingml/2006/main" noGrp="1"/>
          </p:cNvSpPr>
          <p:nvPr/>
        </p:nvSpPr>
        <p:spPr>
          <a:xfrm xmlns:a="http://schemas.openxmlformats.org/drawingml/2006/main">
            <a:off x="1276350" y="3857625"/>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13" b="0">
                <a:solidFill>
                  <a:srgbClr val="F5F0DD"/>
                </a:solidFill>
                <a:latin typeface="Chalkboard"/>
                <a:ea typeface="Chalkboard"/>
                <a:cs typeface="Chalkboard"/>
              </a:defRPr>
            </a:pPr>
            <a:r>
              <a:rPr sz="713" b="0">
                <a:solidFill>
                  <a:srgbClr val="F5F0DD"/>
                </a:solidFill>
                <a:latin typeface="Chalkboard"/>
                <a:ea typeface="Chalkboard"/>
                <a:cs typeface="Chalkboard"/>
              </a:rPr>
              <a:t>When cooked, fermented beans contained significantly more trypsin inhibitors and tannins but significantly less soluble fiber and raffinose than nonfermented beans.</a:t>
            </a:r>
          </a:p>
        </p:txBody>
      </p:sp>
      <p:sp>
        <p:nvSpPr>
          <p:cNvPr id="36" name="">
            <a:extLst xmlns:a="http://schemas.openxmlformats.org/drawingml/2006/main">
              <a:ext uri="{FF2B5EF4-FFF2-40B4-BE49-F238E27FC236}">
                <a16:creationId xmlns:a16="http://schemas.microsoft.com/office/drawing/2014/main" id="{77918B90-57C9-4219-87C7-46F7AC045AA5}"/>
              </a:ext>
            </a:extLst>
          </p:cNvPr>
          <p:cNvSpPr>
            <a:spLocks xmlns:a="http://schemas.openxmlformats.org/drawingml/2006/main" noGrp="1"/>
          </p:cNvSpPr>
          <p:nvPr/>
        </p:nvSpPr>
        <p:spPr>
          <a:xfrm xmlns:a="http://schemas.openxmlformats.org/drawingml/2006/main">
            <a:off x="6334125" y="3857625"/>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9FE3B4"/>
            </a:solidFill>
            <a:prstDash val="solid"/>
          </a:ln>
        </p:spPr>
      </p:sp>
      <p:sp>
        <p:nvSpPr>
          <p:cNvPr id="37" name="">
            <a:extLst xmlns:a="http://schemas.openxmlformats.org/drawingml/2006/main">
              <a:ext uri="{FF2B5EF4-FFF2-40B4-BE49-F238E27FC236}">
                <a16:creationId xmlns:a16="http://schemas.microsoft.com/office/drawing/2014/main" id="{3E8BA2D1-BB25-4FAE-8657-51D12F937802}"/>
              </a:ext>
            </a:extLst>
          </p:cNvPr>
          <p:cNvSpPr>
            <a:spLocks xmlns:a="http://schemas.openxmlformats.org/drawingml/2006/main" noGrp="1"/>
          </p:cNvSpPr>
          <p:nvPr/>
        </p:nvSpPr>
        <p:spPr>
          <a:xfrm xmlns:a="http://schemas.openxmlformats.org/drawingml/2006/main">
            <a:off x="6334125" y="39433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9FE3B4"/>
                </a:solidFill>
                <a:latin typeface="Chalkboard"/>
                <a:ea typeface="Chalkboard"/>
                <a:cs typeface="Chalkboard"/>
              </a:defRPr>
            </a:pPr>
            <a:r>
              <a:rPr sz="1275" b="1">
                <a:solidFill>
                  <a:srgbClr val="9FE3B4"/>
                </a:solidFill>
                <a:latin typeface="Chalkboard"/>
                <a:ea typeface="Chalkboard"/>
                <a:cs typeface="Chalkboard"/>
              </a:rPr>
              <a:t>B</a:t>
            </a:r>
          </a:p>
        </p:txBody>
      </p:sp>
      <p:sp>
        <p:nvSpPr>
          <p:cNvPr id="38" name="">
            <a:extLst xmlns:a="http://schemas.openxmlformats.org/drawingml/2006/main">
              <a:ext uri="{FF2B5EF4-FFF2-40B4-BE49-F238E27FC236}">
                <a16:creationId xmlns:a16="http://schemas.microsoft.com/office/drawing/2014/main" id="{F4E1E803-FEB4-4F89-8990-A8AC71F2F3A4}"/>
              </a:ext>
            </a:extLst>
          </p:cNvPr>
          <p:cNvSpPr>
            <a:spLocks xmlns:a="http://schemas.openxmlformats.org/drawingml/2006/main" noGrp="1"/>
          </p:cNvSpPr>
          <p:nvPr/>
        </p:nvSpPr>
        <p:spPr>
          <a:xfrm xmlns:a="http://schemas.openxmlformats.org/drawingml/2006/main">
            <a:off x="6886575" y="3857625"/>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13" b="0">
                <a:solidFill>
                  <a:srgbClr val="F5F0DD"/>
                </a:solidFill>
                <a:latin typeface="Chalkboard"/>
                <a:ea typeface="Chalkboard"/>
                <a:cs typeface="Chalkboard"/>
              </a:defRPr>
            </a:pPr>
            <a:r>
              <a:rPr sz="713" b="0">
                <a:solidFill>
                  <a:srgbClr val="F5F0DD"/>
                </a:solidFill>
                <a:latin typeface="Chalkboard"/>
                <a:ea typeface="Chalkboard"/>
                <a:cs typeface="Chalkboard"/>
              </a:rPr>
              <a:t>Fermented beans contained significantly less soluble fiber and raffinose than nonfermented beans, and when cooked, the fermented beans also displayed a significant reduction in trypsin inhibitors and tannins.</a:t>
            </a:r>
          </a:p>
        </p:txBody>
      </p:sp>
      <p:sp>
        <p:nvSpPr>
          <p:cNvPr id="39" name="">
            <a:extLst xmlns:a="http://schemas.openxmlformats.org/drawingml/2006/main">
              <a:ext uri="{FF2B5EF4-FFF2-40B4-BE49-F238E27FC236}">
                <a16:creationId xmlns:a16="http://schemas.microsoft.com/office/drawing/2014/main" id="{8A6D6355-2910-4F2B-8428-B8D0EB10196F}"/>
              </a:ext>
            </a:extLst>
          </p:cNvPr>
          <p:cNvSpPr>
            <a:spLocks xmlns:a="http://schemas.openxmlformats.org/drawingml/2006/main" noGrp="1"/>
          </p:cNvSpPr>
          <p:nvPr/>
        </p:nvSpPr>
        <p:spPr>
          <a:xfrm xmlns:a="http://schemas.openxmlformats.org/drawingml/2006/main">
            <a:off x="723900" y="4695825"/>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F2D46B"/>
            </a:solidFill>
            <a:prstDash val="solid"/>
          </a:ln>
        </p:spPr>
      </p:sp>
      <p:sp>
        <p:nvSpPr>
          <p:cNvPr id="40" name="">
            <a:extLst xmlns:a="http://schemas.openxmlformats.org/drawingml/2006/main">
              <a:ext uri="{FF2B5EF4-FFF2-40B4-BE49-F238E27FC236}">
                <a16:creationId xmlns:a16="http://schemas.microsoft.com/office/drawing/2014/main" id="{48DC221F-A7B2-46EE-B93C-47A36E5FF608}"/>
              </a:ext>
            </a:extLst>
          </p:cNvPr>
          <p:cNvSpPr>
            <a:spLocks xmlns:a="http://schemas.openxmlformats.org/drawingml/2006/main" noGrp="1"/>
          </p:cNvSpPr>
          <p:nvPr/>
        </p:nvSpPr>
        <p:spPr>
          <a:xfrm xmlns:a="http://schemas.openxmlformats.org/drawingml/2006/main">
            <a:off x="723900" y="47815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2D46B"/>
                </a:solidFill>
                <a:latin typeface="Chalkboard"/>
                <a:ea typeface="Chalkboard"/>
                <a:cs typeface="Chalkboard"/>
              </a:defRPr>
            </a:pPr>
            <a:r>
              <a:rPr sz="1275" b="1">
                <a:solidFill>
                  <a:srgbClr val="F2D46B"/>
                </a:solidFill>
                <a:latin typeface="Chalkboard"/>
                <a:ea typeface="Chalkboard"/>
                <a:cs typeface="Chalkboard"/>
              </a:rPr>
              <a:t>C</a:t>
            </a:r>
          </a:p>
        </p:txBody>
      </p:sp>
      <p:sp>
        <p:nvSpPr>
          <p:cNvPr id="41" name="">
            <a:extLst xmlns:a="http://schemas.openxmlformats.org/drawingml/2006/main">
              <a:ext uri="{FF2B5EF4-FFF2-40B4-BE49-F238E27FC236}">
                <a16:creationId xmlns:a16="http://schemas.microsoft.com/office/drawing/2014/main" id="{06DCA7F7-0465-4431-B287-D24016EA975C}"/>
              </a:ext>
            </a:extLst>
          </p:cNvPr>
          <p:cNvSpPr>
            <a:spLocks xmlns:a="http://schemas.openxmlformats.org/drawingml/2006/main" noGrp="1"/>
          </p:cNvSpPr>
          <p:nvPr/>
        </p:nvSpPr>
        <p:spPr>
          <a:xfrm xmlns:a="http://schemas.openxmlformats.org/drawingml/2006/main">
            <a:off x="1276350" y="4695825"/>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13" b="0">
                <a:solidFill>
                  <a:srgbClr val="F5F0DD"/>
                </a:solidFill>
                <a:latin typeface="Chalkboard"/>
                <a:ea typeface="Chalkboard"/>
                <a:cs typeface="Chalkboard"/>
              </a:defRPr>
            </a:pPr>
            <a:r>
              <a:rPr sz="713" b="0">
                <a:solidFill>
                  <a:srgbClr val="F5F0DD"/>
                </a:solidFill>
                <a:latin typeface="Chalkboard"/>
                <a:ea typeface="Chalkboard"/>
                <a:cs typeface="Chalkboard"/>
              </a:rPr>
              <a:t>When the fermented beans were analyzed, they were found to contain two microorganisms, Lactobacillus casei and Lactobacillus plantarum, that are theorized to increase the amount of nitrogen absorbed by the gut after eating beans.</a:t>
            </a:r>
          </a:p>
        </p:txBody>
      </p:sp>
      <p:sp>
        <p:nvSpPr>
          <p:cNvPr id="42" name="">
            <a:extLst xmlns:a="http://schemas.openxmlformats.org/drawingml/2006/main">
              <a:ext uri="{FF2B5EF4-FFF2-40B4-BE49-F238E27FC236}">
                <a16:creationId xmlns:a16="http://schemas.microsoft.com/office/drawing/2014/main" id="{2FE02FD0-A5EE-42BF-83BB-CEDBCD00E01D}"/>
              </a:ext>
            </a:extLst>
          </p:cNvPr>
          <p:cNvSpPr>
            <a:spLocks xmlns:a="http://schemas.openxmlformats.org/drawingml/2006/main" noGrp="1"/>
          </p:cNvSpPr>
          <p:nvPr/>
        </p:nvSpPr>
        <p:spPr>
          <a:xfrm xmlns:a="http://schemas.openxmlformats.org/drawingml/2006/main">
            <a:off x="6334125" y="4695825"/>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A9D8FF"/>
            </a:solidFill>
            <a:prstDash val="solid"/>
          </a:ln>
        </p:spPr>
      </p:sp>
      <p:sp>
        <p:nvSpPr>
          <p:cNvPr id="43" name="">
            <a:extLst xmlns:a="http://schemas.openxmlformats.org/drawingml/2006/main">
              <a:ext uri="{FF2B5EF4-FFF2-40B4-BE49-F238E27FC236}">
                <a16:creationId xmlns:a16="http://schemas.microsoft.com/office/drawing/2014/main" id="{5BB395E2-D49C-4275-BB9E-CCA3959427C4}"/>
              </a:ext>
            </a:extLst>
          </p:cNvPr>
          <p:cNvSpPr>
            <a:spLocks xmlns:a="http://schemas.openxmlformats.org/drawingml/2006/main" noGrp="1"/>
          </p:cNvSpPr>
          <p:nvPr/>
        </p:nvSpPr>
        <p:spPr>
          <a:xfrm xmlns:a="http://schemas.openxmlformats.org/drawingml/2006/main">
            <a:off x="6334125" y="47815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A9D8FF"/>
                </a:solidFill>
                <a:latin typeface="Chalkboard"/>
                <a:ea typeface="Chalkboard"/>
                <a:cs typeface="Chalkboard"/>
              </a:defRPr>
            </a:pPr>
            <a:r>
              <a:rPr sz="1275" b="1">
                <a:solidFill>
                  <a:srgbClr val="A9D8FF"/>
                </a:solidFill>
                <a:latin typeface="Chalkboard"/>
                <a:ea typeface="Chalkboard"/>
                <a:cs typeface="Chalkboard"/>
              </a:rPr>
              <a:t>D</a:t>
            </a:r>
          </a:p>
        </p:txBody>
      </p:sp>
      <p:sp>
        <p:nvSpPr>
          <p:cNvPr id="44" name="">
            <a:extLst xmlns:a="http://schemas.openxmlformats.org/drawingml/2006/main">
              <a:ext uri="{FF2B5EF4-FFF2-40B4-BE49-F238E27FC236}">
                <a16:creationId xmlns:a16="http://schemas.microsoft.com/office/drawing/2014/main" id="{2A51843E-ACDB-4912-87B7-BC95C7543460}"/>
              </a:ext>
            </a:extLst>
          </p:cNvPr>
          <p:cNvSpPr>
            <a:spLocks xmlns:a="http://schemas.openxmlformats.org/drawingml/2006/main" noGrp="1"/>
          </p:cNvSpPr>
          <p:nvPr/>
        </p:nvSpPr>
        <p:spPr>
          <a:xfrm xmlns:a="http://schemas.openxmlformats.org/drawingml/2006/main">
            <a:off x="6886575" y="4695825"/>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13" b="0">
                <a:solidFill>
                  <a:srgbClr val="F5F0DD"/>
                </a:solidFill>
                <a:latin typeface="Chalkboard"/>
                <a:ea typeface="Chalkboard"/>
                <a:cs typeface="Chalkboard"/>
              </a:defRPr>
            </a:pPr>
            <a:r>
              <a:rPr sz="713" b="0">
                <a:solidFill>
                  <a:srgbClr val="F5F0DD"/>
                </a:solidFill>
                <a:latin typeface="Chalkboard"/>
                <a:ea typeface="Chalkboard"/>
                <a:cs typeface="Chalkboard"/>
              </a:rPr>
              <a:t>Both fermented and nonfermented black beans contained significantly fewer trypsin inhibitors and tannins after being cooked at high pressure.</a:t>
            </a:r>
          </a:p>
        </p:txBody>
      </p:sp>
      <p:sp>
        <p:nvSpPr>
          <p:cNvPr id="45" name="">
            <a:extLst xmlns:a="http://schemas.openxmlformats.org/drawingml/2006/main">
              <a:ext uri="{FF2B5EF4-FFF2-40B4-BE49-F238E27FC236}">
                <a16:creationId xmlns:a16="http://schemas.microsoft.com/office/drawing/2014/main" id="{4A6D1651-C5F8-4CC0-9A70-39B262ADD144}"/>
              </a:ext>
            </a:extLst>
          </p:cNvPr>
          <p:cNvSpPr>
            <a:spLocks xmlns:a="http://schemas.openxmlformats.org/drawingml/2006/main" noGrp="1"/>
          </p:cNvSpPr>
          <p:nvPr/>
        </p:nvSpPr>
        <p:spPr>
          <a:xfrm xmlns:a="http://schemas.openxmlformats.org/drawingml/2006/main">
            <a:off x="5000625" y="585787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183B2B"/>
                </a:solidFill>
                <a:latin typeface="Chalkboard"/>
                <a:ea typeface="Chalkboard"/>
                <a:cs typeface="Chalkboard"/>
              </a:defRPr>
            </a:pPr>
            <a:r>
              <a:rPr sz="2100" b="1">
                <a:solidFill>
                  <a:srgbClr val="183B2B"/>
                </a:solidFill>
                <a:latin typeface="Chalkboard"/>
                <a:ea typeface="Chalkboard"/>
                <a:cs typeface="Chalkboard"/>
              </a:rPr>
              <a:t>Answer: B</a:t>
            </a:r>
          </a:p>
        </p:txBody>
      </p:sp>
      <p:sp>
        <p:nvSpPr>
          <p:cNvPr id="46" name="">
            <a:extLst xmlns:a="http://schemas.openxmlformats.org/drawingml/2006/main">
              <a:ext uri="{FF2B5EF4-FFF2-40B4-BE49-F238E27FC236}">
                <a16:creationId xmlns:a16="http://schemas.microsoft.com/office/drawing/2014/main" id="{843F62FD-30BB-4015-AACA-3BD91FD32672}"/>
              </a:ext>
            </a:extLst>
          </p:cNvPr>
          <p:cNvSpPr>
            <a:spLocks xmlns:a="http://schemas.openxmlformats.org/drawingml/2006/main" noGrp="1"/>
          </p:cNvSpPr>
          <p:nvPr/>
        </p:nvSpPr>
        <p:spPr>
          <a:xfrm xmlns:a="http://schemas.openxmlformats.org/drawingml/2006/main">
            <a:off x="552450" y="6286500"/>
            <a:ext cx="838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0">
                <a:solidFill>
                  <a:srgbClr val="B8C7B4"/>
                </a:solidFill>
                <a:latin typeface="Chalkboard"/>
                <a:ea typeface="Chalkboard"/>
                <a:cs typeface="Chalkboard"/>
              </a:defRPr>
            </a:pPr>
            <a:r>
              <a:rPr sz="825" b="0">
                <a:solidFill>
                  <a:srgbClr val="B8C7B4"/>
                </a:solidFill>
                <a:latin typeface="Chalkboard"/>
                <a:ea typeface="Chalkboard"/>
                <a:cs typeface="Chalkboard"/>
              </a:rPr>
              <a:t>Adapted as a classroom summary from Khan Academy SAT Reading and Writing: Command of Evidence: Textual.</a:t>
            </a:r>
          </a:p>
        </p:txBody>
      </p:sp>
    </p:spTree>
    <p:extLst>
      <p:ext uri="{BB962C8B-B14F-4D97-AF65-F5344CB8AC3E}">
        <p14:creationId xmlns:p14="http://schemas.microsoft.com/office/powerpoint/2010/main" val="127012600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05BE0DE-F5A3-4D24-998A-904EB83A7DC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83B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006EBAC-655A-44C7-968D-1AD5C6DEF21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000">
              <a:alpha val="0"/>
            </a:srgbClr>
          </a:solidFill>
          <a:ln xmlns:a="http://schemas.openxmlformats.org/drawingml/2006/main" w="57150">
            <a:solidFill>
              <a:srgbClr val="0A1712"/>
            </a:solidFill>
            <a:prstDash val="solid"/>
          </a:ln>
        </p:spPr>
      </p:sp>
      <p:sp>
        <p:nvSpPr>
          <p:cNvPr id="3" name="">
            <a:extLst xmlns:a="http://schemas.openxmlformats.org/drawingml/2006/main">
              <a:ext uri="{FF2B5EF4-FFF2-40B4-BE49-F238E27FC236}">
                <a16:creationId xmlns:a16="http://schemas.microsoft.com/office/drawing/2014/main" id="{BE51F2B8-7AE5-4A90-AAE3-12E82993FC6E}"/>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41DF812-DEFD-4673-9246-8F19289160E1}"/>
              </a:ext>
            </a:extLst>
          </p:cNvPr>
          <p:cNvSpPr>
            <a:spLocks xmlns:a="http://schemas.openxmlformats.org/drawingml/2006/main" noGrp="1"/>
          </p:cNvSpPr>
          <p:nvPr/>
        </p:nvSpPr>
        <p:spPr>
          <a:xfrm xmlns:a="http://schemas.openxmlformats.org/drawingml/2006/main">
            <a:off x="0" y="6629400"/>
            <a:ext cx="12192000" cy="22860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DDB6673-AA2D-47D0-B06A-1F66CCD5A74A}"/>
              </a:ext>
            </a:extLst>
          </p:cNvPr>
          <p:cNvSpPr>
            <a:spLocks xmlns:a="http://schemas.openxmlformats.org/drawingml/2006/main" noGrp="1"/>
          </p:cNvSpPr>
          <p:nvPr/>
        </p:nvSpPr>
        <p:spPr>
          <a:xfrm xmlns:a="http://schemas.openxmlformats.org/drawingml/2006/main">
            <a:off x="552450" y="5524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9AA2BC5-61E1-4C27-9B0F-FC8ED8B2F545}"/>
              </a:ext>
            </a:extLst>
          </p:cNvPr>
          <p:cNvSpPr>
            <a:spLocks xmlns:a="http://schemas.openxmlformats.org/drawingml/2006/main" noGrp="1"/>
          </p:cNvSpPr>
          <p:nvPr/>
        </p:nvSpPr>
        <p:spPr>
          <a:xfrm xmlns:a="http://schemas.openxmlformats.org/drawingml/2006/main">
            <a:off x="2200275" y="14763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B3119C7-6B82-4853-A90B-0E32ED8A12E5}"/>
              </a:ext>
            </a:extLst>
          </p:cNvPr>
          <p:cNvSpPr>
            <a:spLocks xmlns:a="http://schemas.openxmlformats.org/drawingml/2006/main" noGrp="1"/>
          </p:cNvSpPr>
          <p:nvPr/>
        </p:nvSpPr>
        <p:spPr>
          <a:xfrm xmlns:a="http://schemas.openxmlformats.org/drawingml/2006/main">
            <a:off x="3848100" y="240030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E87907F-0892-49C1-8104-F3626037A85A}"/>
              </a:ext>
            </a:extLst>
          </p:cNvPr>
          <p:cNvSpPr>
            <a:spLocks xmlns:a="http://schemas.openxmlformats.org/drawingml/2006/main" noGrp="1"/>
          </p:cNvSpPr>
          <p:nvPr/>
        </p:nvSpPr>
        <p:spPr>
          <a:xfrm xmlns:a="http://schemas.openxmlformats.org/drawingml/2006/main">
            <a:off x="5495925" y="332422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BBB7FE8-DF27-4CF4-80AC-F100EE855A8E}"/>
              </a:ext>
            </a:extLst>
          </p:cNvPr>
          <p:cNvSpPr>
            <a:spLocks xmlns:a="http://schemas.openxmlformats.org/drawingml/2006/main" noGrp="1"/>
          </p:cNvSpPr>
          <p:nvPr/>
        </p:nvSpPr>
        <p:spPr>
          <a:xfrm xmlns:a="http://schemas.openxmlformats.org/drawingml/2006/main">
            <a:off x="7143750" y="424815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04F6A6E-3117-46D7-A4A9-38A3FC6C549C}"/>
              </a:ext>
            </a:extLst>
          </p:cNvPr>
          <p:cNvSpPr>
            <a:spLocks xmlns:a="http://schemas.openxmlformats.org/drawingml/2006/main" noGrp="1"/>
          </p:cNvSpPr>
          <p:nvPr/>
        </p:nvSpPr>
        <p:spPr>
          <a:xfrm xmlns:a="http://schemas.openxmlformats.org/drawingml/2006/main">
            <a:off x="8791575" y="517207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551BA15-CE2E-4DAE-8092-8990CBDC007E}"/>
              </a:ext>
            </a:extLst>
          </p:cNvPr>
          <p:cNvSpPr>
            <a:spLocks xmlns:a="http://schemas.openxmlformats.org/drawingml/2006/main" noGrp="1"/>
          </p:cNvSpPr>
          <p:nvPr/>
        </p:nvSpPr>
        <p:spPr>
          <a:xfrm xmlns:a="http://schemas.openxmlformats.org/drawingml/2006/main">
            <a:off x="10439400" y="68580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9CD6346-B5E8-4BA8-916A-5A7B52BC9165}"/>
              </a:ext>
            </a:extLst>
          </p:cNvPr>
          <p:cNvSpPr>
            <a:spLocks xmlns:a="http://schemas.openxmlformats.org/drawingml/2006/main" noGrp="1"/>
          </p:cNvSpPr>
          <p:nvPr/>
        </p:nvSpPr>
        <p:spPr>
          <a:xfrm xmlns:a="http://schemas.openxmlformats.org/drawingml/2006/main">
            <a:off x="1038225" y="160972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863767E-7C20-4B7D-9D14-2F01BCEA2E6C}"/>
              </a:ext>
            </a:extLst>
          </p:cNvPr>
          <p:cNvSpPr>
            <a:spLocks xmlns:a="http://schemas.openxmlformats.org/drawingml/2006/main" noGrp="1"/>
          </p:cNvSpPr>
          <p:nvPr/>
        </p:nvSpPr>
        <p:spPr>
          <a:xfrm xmlns:a="http://schemas.openxmlformats.org/drawingml/2006/main">
            <a:off x="2686050" y="253365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516E1BA-7F4B-44AE-BEF0-249BE0C0E8A1}"/>
              </a:ext>
            </a:extLst>
          </p:cNvPr>
          <p:cNvSpPr>
            <a:spLocks xmlns:a="http://schemas.openxmlformats.org/drawingml/2006/main" noGrp="1"/>
          </p:cNvSpPr>
          <p:nvPr/>
        </p:nvSpPr>
        <p:spPr>
          <a:xfrm xmlns:a="http://schemas.openxmlformats.org/drawingml/2006/main">
            <a:off x="4333875" y="345757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4B8DC99-2C87-4382-9795-E09BEDF6AA5F}"/>
              </a:ext>
            </a:extLst>
          </p:cNvPr>
          <p:cNvSpPr>
            <a:spLocks xmlns:a="http://schemas.openxmlformats.org/drawingml/2006/main" noGrp="1"/>
          </p:cNvSpPr>
          <p:nvPr/>
        </p:nvSpPr>
        <p:spPr>
          <a:xfrm xmlns:a="http://schemas.openxmlformats.org/drawingml/2006/main">
            <a:off x="5981700" y="438150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B337B2F-691F-453D-9B63-EE54A4C0B591}"/>
              </a:ext>
            </a:extLst>
          </p:cNvPr>
          <p:cNvSpPr>
            <a:spLocks xmlns:a="http://schemas.openxmlformats.org/drawingml/2006/main" noGrp="1"/>
          </p:cNvSpPr>
          <p:nvPr/>
        </p:nvSpPr>
        <p:spPr>
          <a:xfrm xmlns:a="http://schemas.openxmlformats.org/drawingml/2006/main">
            <a:off x="7629525" y="530542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874A1CE-0E43-4E5B-A5B8-9F8A5989526C}"/>
              </a:ext>
            </a:extLst>
          </p:cNvPr>
          <p:cNvSpPr>
            <a:spLocks xmlns:a="http://schemas.openxmlformats.org/drawingml/2006/main" noGrp="1"/>
          </p:cNvSpPr>
          <p:nvPr/>
        </p:nvSpPr>
        <p:spPr>
          <a:xfrm xmlns:a="http://schemas.openxmlformats.org/drawingml/2006/main">
            <a:off x="9277350" y="81915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F7489D4-251A-493E-83F1-949E268D18DF}"/>
              </a:ext>
            </a:extLst>
          </p:cNvPr>
          <p:cNvSpPr>
            <a:spLocks xmlns:a="http://schemas.openxmlformats.org/drawingml/2006/main" noGrp="1"/>
          </p:cNvSpPr>
          <p:nvPr/>
        </p:nvSpPr>
        <p:spPr>
          <a:xfrm xmlns:a="http://schemas.openxmlformats.org/drawingml/2006/main">
            <a:off x="10925175" y="174307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4B1A3F3-C411-49D0-99BD-0F0602AAA282}"/>
              </a:ext>
            </a:extLst>
          </p:cNvPr>
          <p:cNvSpPr>
            <a:spLocks xmlns:a="http://schemas.openxmlformats.org/drawingml/2006/main" noGrp="1"/>
          </p:cNvSpPr>
          <p:nvPr/>
        </p:nvSpPr>
        <p:spPr>
          <a:xfrm xmlns:a="http://schemas.openxmlformats.org/drawingml/2006/main">
            <a:off x="1524000" y="266700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32FBBA8-533C-46DC-8B76-B736D0EEB2FD}"/>
              </a:ext>
            </a:extLst>
          </p:cNvPr>
          <p:cNvSpPr>
            <a:spLocks xmlns:a="http://schemas.openxmlformats.org/drawingml/2006/main" noGrp="1"/>
          </p:cNvSpPr>
          <p:nvPr/>
        </p:nvSpPr>
        <p:spPr>
          <a:xfrm xmlns:a="http://schemas.openxmlformats.org/drawingml/2006/main">
            <a:off x="3171825" y="359092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F50537C-00FE-4D19-9825-CE5CA33379B5}"/>
              </a:ext>
            </a:extLst>
          </p:cNvPr>
          <p:cNvSpPr>
            <a:spLocks xmlns:a="http://schemas.openxmlformats.org/drawingml/2006/main" noGrp="1"/>
          </p:cNvSpPr>
          <p:nvPr/>
        </p:nvSpPr>
        <p:spPr>
          <a:xfrm xmlns:a="http://schemas.openxmlformats.org/drawingml/2006/main">
            <a:off x="4819650" y="451485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E7879ED-B75C-4813-B726-530E2861AA7B}"/>
              </a:ext>
            </a:extLst>
          </p:cNvPr>
          <p:cNvSpPr>
            <a:spLocks xmlns:a="http://schemas.openxmlformats.org/drawingml/2006/main" noGrp="1"/>
          </p:cNvSpPr>
          <p:nvPr/>
        </p:nvSpPr>
        <p:spPr>
          <a:xfrm xmlns:a="http://schemas.openxmlformats.org/drawingml/2006/main">
            <a:off x="6467475" y="543877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8BAF1C7-9560-43F7-9731-FCAA3572E129}"/>
              </a:ext>
            </a:extLst>
          </p:cNvPr>
          <p:cNvSpPr>
            <a:spLocks xmlns:a="http://schemas.openxmlformats.org/drawingml/2006/main" noGrp="1"/>
          </p:cNvSpPr>
          <p:nvPr/>
        </p:nvSpPr>
        <p:spPr>
          <a:xfrm xmlns:a="http://schemas.openxmlformats.org/drawingml/2006/main">
            <a:off x="8115300" y="95250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E9E8599-D557-414E-8833-4275DF9B31A1}"/>
              </a:ext>
            </a:extLst>
          </p:cNvPr>
          <p:cNvSpPr>
            <a:spLocks xmlns:a="http://schemas.openxmlformats.org/drawingml/2006/main" noGrp="1"/>
          </p:cNvSpPr>
          <p:nvPr/>
        </p:nvSpPr>
        <p:spPr>
          <a:xfrm xmlns:a="http://schemas.openxmlformats.org/drawingml/2006/main">
            <a:off x="9763125" y="187642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AD5BAD62-35E7-4D0D-BACD-B1801891B10E}"/>
              </a:ext>
            </a:extLst>
          </p:cNvPr>
          <p:cNvSpPr>
            <a:spLocks xmlns:a="http://schemas.openxmlformats.org/drawingml/2006/main" noGrp="1"/>
          </p:cNvSpPr>
          <p:nvPr/>
        </p:nvSpPr>
        <p:spPr>
          <a:xfrm xmlns:a="http://schemas.openxmlformats.org/drawingml/2006/main">
            <a:off x="11410950" y="28003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403464B0-0F01-426E-B9BD-713A900C8E8D}"/>
              </a:ext>
            </a:extLst>
          </p:cNvPr>
          <p:cNvSpPr>
            <a:spLocks xmlns:a="http://schemas.openxmlformats.org/drawingml/2006/main" noGrp="1"/>
          </p:cNvSpPr>
          <p:nvPr/>
        </p:nvSpPr>
        <p:spPr>
          <a:xfrm xmlns:a="http://schemas.openxmlformats.org/drawingml/2006/main">
            <a:off x="2009775" y="37242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F4A9EEDA-C25C-417C-88A7-A6AA363D24C8}"/>
              </a:ext>
            </a:extLst>
          </p:cNvPr>
          <p:cNvSpPr>
            <a:spLocks xmlns:a="http://schemas.openxmlformats.org/drawingml/2006/main" noGrp="1"/>
          </p:cNvSpPr>
          <p:nvPr/>
        </p:nvSpPr>
        <p:spPr>
          <a:xfrm xmlns:a="http://schemas.openxmlformats.org/drawingml/2006/main">
            <a:off x="552450" y="4000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D9DFC8"/>
                </a:solidFill>
                <a:latin typeface="Chalkboard"/>
                <a:ea typeface="Chalkboard"/>
                <a:cs typeface="Chalkboard"/>
              </a:defRPr>
            </a:pPr>
            <a:r>
              <a:rPr sz="1125" b="1">
                <a:solidFill>
                  <a:srgbClr val="D9DFC8"/>
                </a:solidFill>
                <a:latin typeface="Chalkboard"/>
                <a:ea typeface="Chalkboard"/>
                <a:cs typeface="Chalkboard"/>
              </a:rPr>
              <a:t>TEXTUAL EVIDENCE: EXAMPLE</a:t>
            </a:r>
          </a:p>
        </p:txBody>
      </p:sp>
      <p:sp>
        <p:nvSpPr>
          <p:cNvPr id="28" name="">
            <a:extLst xmlns:a="http://schemas.openxmlformats.org/drawingml/2006/main">
              <a:ext uri="{FF2B5EF4-FFF2-40B4-BE49-F238E27FC236}">
                <a16:creationId xmlns:a16="http://schemas.microsoft.com/office/drawing/2014/main" id="{8F9B7580-1F5C-4E83-96D9-C1B059D73DD1}"/>
              </a:ext>
            </a:extLst>
          </p:cNvPr>
          <p:cNvSpPr>
            <a:spLocks xmlns:a="http://schemas.openxmlformats.org/drawingml/2006/main" noGrp="1"/>
          </p:cNvSpPr>
          <p:nvPr/>
        </p:nvSpPr>
        <p:spPr>
          <a:xfrm xmlns:a="http://schemas.openxmlformats.org/drawingml/2006/main">
            <a:off x="11001375" y="6191250"/>
            <a:ext cx="60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1650" b="1">
                <a:solidFill>
                  <a:srgbClr val="D9DFC8"/>
                </a:solidFill>
                <a:latin typeface="Chalkboard"/>
                <a:ea typeface="Chalkboard"/>
                <a:cs typeface="Chalkboard"/>
              </a:defRPr>
            </a:pPr>
            <a:r>
              <a:rPr sz="1650" b="1">
                <a:solidFill>
                  <a:srgbClr val="D9DFC8"/>
                </a:solidFill>
                <a:latin typeface="Chalkboard"/>
                <a:ea typeface="Chalkboard"/>
                <a:cs typeface="Chalkboard"/>
              </a:rPr>
              <a:t>20</a:t>
            </a:r>
          </a:p>
        </p:txBody>
      </p:sp>
      <p:sp>
        <p:nvSpPr>
          <p:cNvPr id="29" name="">
            <a:extLst xmlns:a="http://schemas.openxmlformats.org/drawingml/2006/main">
              <a:ext uri="{FF2B5EF4-FFF2-40B4-BE49-F238E27FC236}">
                <a16:creationId xmlns:a16="http://schemas.microsoft.com/office/drawing/2014/main" id="{A961425D-867F-4911-BD14-72E0336E6C79}"/>
              </a:ext>
            </a:extLst>
          </p:cNvPr>
          <p:cNvSpPr>
            <a:spLocks xmlns:a="http://schemas.openxmlformats.org/drawingml/2006/main" noGrp="1"/>
          </p:cNvSpPr>
          <p:nvPr/>
        </p:nvSpPr>
        <p:spPr>
          <a:xfrm xmlns:a="http://schemas.openxmlformats.org/drawingml/2006/main">
            <a:off x="685800" y="781050"/>
            <a:ext cx="914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F5F0DD"/>
                </a:solidFill>
                <a:latin typeface="Chalkboard"/>
                <a:ea typeface="Chalkboard"/>
                <a:cs typeface="Chalkboard"/>
              </a:defRPr>
            </a:pPr>
            <a:r>
              <a:rPr sz="3150" b="1">
                <a:solidFill>
                  <a:srgbClr val="F5F0DD"/>
                </a:solidFill>
                <a:latin typeface="Chalkboard"/>
                <a:ea typeface="Chalkboard"/>
                <a:cs typeface="Chalkboard"/>
              </a:rPr>
              <a:t>Extra Practice 5: Ivo van Hove</a:t>
            </a:r>
          </a:p>
        </p:txBody>
      </p:sp>
      <p:sp>
        <p:nvSpPr>
          <p:cNvPr id="30" name="">
            <a:extLst xmlns:a="http://schemas.openxmlformats.org/drawingml/2006/main">
              <a:ext uri="{FF2B5EF4-FFF2-40B4-BE49-F238E27FC236}">
                <a16:creationId xmlns:a16="http://schemas.microsoft.com/office/drawing/2014/main" id="{58FFF84B-A91A-413C-A315-62B07A9919FF}"/>
              </a:ext>
            </a:extLst>
          </p:cNvPr>
          <p:cNvSpPr>
            <a:spLocks xmlns:a="http://schemas.openxmlformats.org/drawingml/2006/main" noGrp="1"/>
          </p:cNvSpPr>
          <p:nvPr/>
        </p:nvSpPr>
        <p:spPr>
          <a:xfrm xmlns:a="http://schemas.openxmlformats.org/drawingml/2006/main">
            <a:off x="704850" y="1604963"/>
            <a:ext cx="9105900" cy="28575"/>
          </a:xfrm>
          <a:prstGeom xmlns:a="http://schemas.openxmlformats.org/drawingml/2006/main" prst="rect">
            <a:avLst/>
          </a:prstGeom>
          <a:solidFill xmlns:a="http://schemas.openxmlformats.org/drawingml/2006/main">
            <a:srgbClr val="F2D46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842365C9-4D76-4E31-9092-E3C8BD3B33D0}"/>
              </a:ext>
            </a:extLst>
          </p:cNvPr>
          <p:cNvSpPr>
            <a:spLocks xmlns:a="http://schemas.openxmlformats.org/drawingml/2006/main" noGrp="1"/>
          </p:cNvSpPr>
          <p:nvPr/>
        </p:nvSpPr>
        <p:spPr>
          <a:xfrm xmlns:a="http://schemas.openxmlformats.org/drawingml/2006/main">
            <a:off x="723900" y="17907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D9DFC8"/>
                </a:solidFill>
                <a:latin typeface="Chalkboard"/>
                <a:ea typeface="Chalkboard"/>
                <a:cs typeface="Chalkboard"/>
              </a:defRPr>
            </a:pPr>
            <a:r>
              <a:rPr sz="1275" b="0">
                <a:solidFill>
                  <a:srgbClr val="D9DFC8"/>
                </a:solidFill>
                <a:latin typeface="Chalkboard"/>
                <a:ea typeface="Chalkboard"/>
                <a:cs typeface="Chalkboard"/>
              </a:rPr>
              <a:t>Question 5 of 5</a:t>
            </a:r>
          </a:p>
        </p:txBody>
      </p:sp>
      <p:sp>
        <p:nvSpPr>
          <p:cNvPr id="32" name="">
            <a:extLst xmlns:a="http://schemas.openxmlformats.org/drawingml/2006/main">
              <a:ext uri="{FF2B5EF4-FFF2-40B4-BE49-F238E27FC236}">
                <a16:creationId xmlns:a16="http://schemas.microsoft.com/office/drawing/2014/main" id="{F5C21490-0116-4D7F-96AF-EE657AB1D497}"/>
              </a:ext>
            </a:extLst>
          </p:cNvPr>
          <p:cNvSpPr>
            <a:spLocks xmlns:a="http://schemas.openxmlformats.org/drawingml/2006/main" noGrp="1"/>
          </p:cNvSpPr>
          <p:nvPr/>
        </p:nvSpPr>
        <p:spPr>
          <a:xfrm xmlns:a="http://schemas.openxmlformats.org/drawingml/2006/main">
            <a:off x="723900" y="2076450"/>
            <a:ext cx="10096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5F0DD"/>
                </a:solidFill>
                <a:latin typeface="Chalkboard"/>
                <a:ea typeface="Chalkboard"/>
                <a:cs typeface="Chalkboard"/>
              </a:defRPr>
            </a:pPr>
            <a:r>
              <a:rPr sz="1200" b="0">
                <a:solidFill>
                  <a:srgbClr val="F5F0DD"/>
                </a:solidFill>
                <a:latin typeface="Chalkboard"/>
                <a:ea typeface="Chalkboard"/>
                <a:cs typeface="Chalkboard"/>
              </a:rPr>
              <a:t>Ivo van Hove is a theater director known for his modern reinterpretations of classic plays. To create a distinct dramatic effect, he tends to use simple-looking sets enhanced with subtle multimedia elements in his productions. Though these sets appear modest, they actually come from an expensive creative process that requires advanced technology and precise planning.</a:t>
            </a:r>
          </a:p>
          <a:p xmlns:a="http://schemas.openxmlformats.org/drawingml/2006/main">
            <a:r>
              <a:t/>
            </a:r>
          </a:p>
          <a:p xmlns:a="http://schemas.openxmlformats.org/drawingml/2006/main">
            <a:pPr algn="l">
              <a:defRPr sz="1200" b="0">
                <a:solidFill>
                  <a:srgbClr val="F5F0DD"/>
                </a:solidFill>
                <a:latin typeface="Chalkboard"/>
                <a:ea typeface="Chalkboard"/>
                <a:cs typeface="Chalkboard"/>
              </a:defRPr>
            </a:pPr>
            <a:r>
              <a:rPr sz="1200" b="0">
                <a:solidFill>
                  <a:srgbClr val="F5F0DD"/>
                </a:solidFill>
                <a:latin typeface="Chalkboard"/>
                <a:ea typeface="Chalkboard"/>
                <a:cs typeface="Chalkboard"/>
              </a:rPr>
              <a:t>Which quotation from an article about van Hove's plays, if true, would most effectively illustrate the underlined claim?</a:t>
            </a:r>
          </a:p>
        </p:txBody>
      </p:sp>
      <p:sp>
        <p:nvSpPr>
          <p:cNvPr id="33" name="">
            <a:extLst xmlns:a="http://schemas.openxmlformats.org/drawingml/2006/main">
              <a:ext uri="{FF2B5EF4-FFF2-40B4-BE49-F238E27FC236}">
                <a16:creationId xmlns:a16="http://schemas.microsoft.com/office/drawing/2014/main" id="{9D5639D5-EB7C-45EF-B030-D7175F8BE7AB}"/>
              </a:ext>
            </a:extLst>
          </p:cNvPr>
          <p:cNvSpPr>
            <a:spLocks xmlns:a="http://schemas.openxmlformats.org/drawingml/2006/main" noGrp="1"/>
          </p:cNvSpPr>
          <p:nvPr/>
        </p:nvSpPr>
        <p:spPr>
          <a:xfrm xmlns:a="http://schemas.openxmlformats.org/drawingml/2006/main">
            <a:off x="723900" y="3857625"/>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F29B91"/>
            </a:solidFill>
            <a:prstDash val="solid"/>
          </a:ln>
        </p:spPr>
      </p:sp>
      <p:sp>
        <p:nvSpPr>
          <p:cNvPr id="34" name="">
            <a:extLst xmlns:a="http://schemas.openxmlformats.org/drawingml/2006/main">
              <a:ext uri="{FF2B5EF4-FFF2-40B4-BE49-F238E27FC236}">
                <a16:creationId xmlns:a16="http://schemas.microsoft.com/office/drawing/2014/main" id="{A247D670-57A5-44BC-9CBB-0B701108557A}"/>
              </a:ext>
            </a:extLst>
          </p:cNvPr>
          <p:cNvSpPr>
            <a:spLocks xmlns:a="http://schemas.openxmlformats.org/drawingml/2006/main" noGrp="1"/>
          </p:cNvSpPr>
          <p:nvPr/>
        </p:nvSpPr>
        <p:spPr>
          <a:xfrm xmlns:a="http://schemas.openxmlformats.org/drawingml/2006/main">
            <a:off x="723900" y="39433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29B91"/>
                </a:solidFill>
                <a:latin typeface="Chalkboard"/>
                <a:ea typeface="Chalkboard"/>
                <a:cs typeface="Chalkboard"/>
              </a:defRPr>
            </a:pPr>
            <a:r>
              <a:rPr sz="1275" b="1">
                <a:solidFill>
                  <a:srgbClr val="F29B91"/>
                </a:solidFill>
                <a:latin typeface="Chalkboard"/>
                <a:ea typeface="Chalkboard"/>
                <a:cs typeface="Chalkboard"/>
              </a:rPr>
              <a:t>A</a:t>
            </a:r>
          </a:p>
        </p:txBody>
      </p:sp>
      <p:sp>
        <p:nvSpPr>
          <p:cNvPr id="35" name="">
            <a:extLst xmlns:a="http://schemas.openxmlformats.org/drawingml/2006/main">
              <a:ext uri="{FF2B5EF4-FFF2-40B4-BE49-F238E27FC236}">
                <a16:creationId xmlns:a16="http://schemas.microsoft.com/office/drawing/2014/main" id="{905DC49C-F5B7-4045-BA21-DEDB5EDD6A50}"/>
              </a:ext>
            </a:extLst>
          </p:cNvPr>
          <p:cNvSpPr>
            <a:spLocks xmlns:a="http://schemas.openxmlformats.org/drawingml/2006/main" noGrp="1"/>
          </p:cNvSpPr>
          <p:nvPr/>
        </p:nvSpPr>
        <p:spPr>
          <a:xfrm xmlns:a="http://schemas.openxmlformats.org/drawingml/2006/main">
            <a:off x="1276350" y="3857625"/>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88" b="0">
                <a:solidFill>
                  <a:srgbClr val="F5F0DD"/>
                </a:solidFill>
                <a:latin typeface="Chalkboard"/>
                <a:ea typeface="Chalkboard"/>
                <a:cs typeface="Chalkboard"/>
              </a:defRPr>
            </a:pPr>
            <a:r>
              <a:rPr sz="788" b="0">
                <a:solidFill>
                  <a:srgbClr val="F5F0DD"/>
                </a:solidFill>
                <a:latin typeface="Chalkboard"/>
                <a:ea typeface="Chalkboard"/>
                <a:cs typeface="Chalkboard"/>
              </a:rPr>
              <a:t>"For the set of his last play, van Hove used digital projection mapping, a costly technology that requires careful coordination among the set crew."</a:t>
            </a:r>
          </a:p>
        </p:txBody>
      </p:sp>
      <p:sp>
        <p:nvSpPr>
          <p:cNvPr id="36" name="">
            <a:extLst xmlns:a="http://schemas.openxmlformats.org/drawingml/2006/main">
              <a:ext uri="{FF2B5EF4-FFF2-40B4-BE49-F238E27FC236}">
                <a16:creationId xmlns:a16="http://schemas.microsoft.com/office/drawing/2014/main" id="{25B367A5-B53C-4659-99CC-6F842C4369E8}"/>
              </a:ext>
            </a:extLst>
          </p:cNvPr>
          <p:cNvSpPr>
            <a:spLocks xmlns:a="http://schemas.openxmlformats.org/drawingml/2006/main" noGrp="1"/>
          </p:cNvSpPr>
          <p:nvPr/>
        </p:nvSpPr>
        <p:spPr>
          <a:xfrm xmlns:a="http://schemas.openxmlformats.org/drawingml/2006/main">
            <a:off x="6334125" y="3857625"/>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9FE3B4"/>
            </a:solidFill>
            <a:prstDash val="solid"/>
          </a:ln>
        </p:spPr>
      </p:sp>
      <p:sp>
        <p:nvSpPr>
          <p:cNvPr id="37" name="">
            <a:extLst xmlns:a="http://schemas.openxmlformats.org/drawingml/2006/main">
              <a:ext uri="{FF2B5EF4-FFF2-40B4-BE49-F238E27FC236}">
                <a16:creationId xmlns:a16="http://schemas.microsoft.com/office/drawing/2014/main" id="{7ABCAAA4-2981-47EE-BAE8-FD678E51FA86}"/>
              </a:ext>
            </a:extLst>
          </p:cNvPr>
          <p:cNvSpPr>
            <a:spLocks xmlns:a="http://schemas.openxmlformats.org/drawingml/2006/main" noGrp="1"/>
          </p:cNvSpPr>
          <p:nvPr/>
        </p:nvSpPr>
        <p:spPr>
          <a:xfrm xmlns:a="http://schemas.openxmlformats.org/drawingml/2006/main">
            <a:off x="6334125" y="39433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9FE3B4"/>
                </a:solidFill>
                <a:latin typeface="Chalkboard"/>
                <a:ea typeface="Chalkboard"/>
                <a:cs typeface="Chalkboard"/>
              </a:defRPr>
            </a:pPr>
            <a:r>
              <a:rPr sz="1275" b="1">
                <a:solidFill>
                  <a:srgbClr val="9FE3B4"/>
                </a:solidFill>
                <a:latin typeface="Chalkboard"/>
                <a:ea typeface="Chalkboard"/>
                <a:cs typeface="Chalkboard"/>
              </a:rPr>
              <a:t>B</a:t>
            </a:r>
          </a:p>
        </p:txBody>
      </p:sp>
      <p:sp>
        <p:nvSpPr>
          <p:cNvPr id="38" name="">
            <a:extLst xmlns:a="http://schemas.openxmlformats.org/drawingml/2006/main">
              <a:ext uri="{FF2B5EF4-FFF2-40B4-BE49-F238E27FC236}">
                <a16:creationId xmlns:a16="http://schemas.microsoft.com/office/drawing/2014/main" id="{4FF54CE0-B09D-46F1-8F8F-3DCE884BA464}"/>
              </a:ext>
            </a:extLst>
          </p:cNvPr>
          <p:cNvSpPr>
            <a:spLocks xmlns:a="http://schemas.openxmlformats.org/drawingml/2006/main" noGrp="1"/>
          </p:cNvSpPr>
          <p:nvPr/>
        </p:nvSpPr>
        <p:spPr>
          <a:xfrm xmlns:a="http://schemas.openxmlformats.org/drawingml/2006/main">
            <a:off x="6886575" y="3857625"/>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88" b="0">
                <a:solidFill>
                  <a:srgbClr val="F5F0DD"/>
                </a:solidFill>
                <a:latin typeface="Chalkboard"/>
                <a:ea typeface="Chalkboard"/>
                <a:cs typeface="Chalkboard"/>
              </a:defRPr>
            </a:pPr>
            <a:r>
              <a:rPr sz="788" b="0">
                <a:solidFill>
                  <a:srgbClr val="F5F0DD"/>
                </a:solidFill>
                <a:latin typeface="Chalkboard"/>
                <a:ea typeface="Chalkboard"/>
                <a:cs typeface="Chalkboard"/>
              </a:rPr>
              <a:t>"Originally from Belgium, van Hove tends to hire other Belgians to work on his sets, believing that they are more likely to have similar tastes and ideas."</a:t>
            </a:r>
          </a:p>
        </p:txBody>
      </p:sp>
      <p:sp>
        <p:nvSpPr>
          <p:cNvPr id="39" name="">
            <a:extLst xmlns:a="http://schemas.openxmlformats.org/drawingml/2006/main">
              <a:ext uri="{FF2B5EF4-FFF2-40B4-BE49-F238E27FC236}">
                <a16:creationId xmlns:a16="http://schemas.microsoft.com/office/drawing/2014/main" id="{00E115A2-5328-4803-9A2F-2907A29D7733}"/>
              </a:ext>
            </a:extLst>
          </p:cNvPr>
          <p:cNvSpPr>
            <a:spLocks xmlns:a="http://schemas.openxmlformats.org/drawingml/2006/main" noGrp="1"/>
          </p:cNvSpPr>
          <p:nvPr/>
        </p:nvSpPr>
        <p:spPr>
          <a:xfrm xmlns:a="http://schemas.openxmlformats.org/drawingml/2006/main">
            <a:off x="723900" y="4695825"/>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F2D46B"/>
            </a:solidFill>
            <a:prstDash val="solid"/>
          </a:ln>
        </p:spPr>
      </p:sp>
      <p:sp>
        <p:nvSpPr>
          <p:cNvPr id="40" name="">
            <a:extLst xmlns:a="http://schemas.openxmlformats.org/drawingml/2006/main">
              <a:ext uri="{FF2B5EF4-FFF2-40B4-BE49-F238E27FC236}">
                <a16:creationId xmlns:a16="http://schemas.microsoft.com/office/drawing/2014/main" id="{F34AF521-140C-4AF2-84ED-ADD7E0D4EA50}"/>
              </a:ext>
            </a:extLst>
          </p:cNvPr>
          <p:cNvSpPr>
            <a:spLocks xmlns:a="http://schemas.openxmlformats.org/drawingml/2006/main" noGrp="1"/>
          </p:cNvSpPr>
          <p:nvPr/>
        </p:nvSpPr>
        <p:spPr>
          <a:xfrm xmlns:a="http://schemas.openxmlformats.org/drawingml/2006/main">
            <a:off x="723900" y="47815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2D46B"/>
                </a:solidFill>
                <a:latin typeface="Chalkboard"/>
                <a:ea typeface="Chalkboard"/>
                <a:cs typeface="Chalkboard"/>
              </a:defRPr>
            </a:pPr>
            <a:r>
              <a:rPr sz="1275" b="1">
                <a:solidFill>
                  <a:srgbClr val="F2D46B"/>
                </a:solidFill>
                <a:latin typeface="Chalkboard"/>
                <a:ea typeface="Chalkboard"/>
                <a:cs typeface="Chalkboard"/>
              </a:rPr>
              <a:t>C</a:t>
            </a:r>
          </a:p>
        </p:txBody>
      </p:sp>
      <p:sp>
        <p:nvSpPr>
          <p:cNvPr id="41" name="">
            <a:extLst xmlns:a="http://schemas.openxmlformats.org/drawingml/2006/main">
              <a:ext uri="{FF2B5EF4-FFF2-40B4-BE49-F238E27FC236}">
                <a16:creationId xmlns:a16="http://schemas.microsoft.com/office/drawing/2014/main" id="{C12DC45D-EAD8-4AE3-B2EE-730536A398D5}"/>
              </a:ext>
            </a:extLst>
          </p:cNvPr>
          <p:cNvSpPr>
            <a:spLocks xmlns:a="http://schemas.openxmlformats.org/drawingml/2006/main" noGrp="1"/>
          </p:cNvSpPr>
          <p:nvPr/>
        </p:nvSpPr>
        <p:spPr>
          <a:xfrm xmlns:a="http://schemas.openxmlformats.org/drawingml/2006/main">
            <a:off x="1276350" y="4695825"/>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88" b="0">
                <a:solidFill>
                  <a:srgbClr val="F5F0DD"/>
                </a:solidFill>
                <a:latin typeface="Chalkboard"/>
                <a:ea typeface="Chalkboard"/>
                <a:cs typeface="Chalkboard"/>
              </a:defRPr>
            </a:pPr>
            <a:r>
              <a:rPr sz="788" b="0">
                <a:solidFill>
                  <a:srgbClr val="F5F0DD"/>
                </a:solidFill>
                <a:latin typeface="Chalkboard"/>
                <a:ea typeface="Chalkboard"/>
                <a:cs typeface="Chalkboard"/>
              </a:rPr>
              <a:t>"When van Hove adapts classic plays for today's audiences, he often removes words and sayings that are no longer in use from the script so that his audience can more easily follow the dialogue."</a:t>
            </a:r>
          </a:p>
        </p:txBody>
      </p:sp>
      <p:sp>
        <p:nvSpPr>
          <p:cNvPr id="42" name="">
            <a:extLst xmlns:a="http://schemas.openxmlformats.org/drawingml/2006/main">
              <a:ext uri="{FF2B5EF4-FFF2-40B4-BE49-F238E27FC236}">
                <a16:creationId xmlns:a16="http://schemas.microsoft.com/office/drawing/2014/main" id="{7BD64F3F-DC3D-4A5F-BC5B-1632BB1CBCF6}"/>
              </a:ext>
            </a:extLst>
          </p:cNvPr>
          <p:cNvSpPr>
            <a:spLocks xmlns:a="http://schemas.openxmlformats.org/drawingml/2006/main" noGrp="1"/>
          </p:cNvSpPr>
          <p:nvPr/>
        </p:nvSpPr>
        <p:spPr>
          <a:xfrm xmlns:a="http://schemas.openxmlformats.org/drawingml/2006/main">
            <a:off x="6334125" y="4695825"/>
            <a:ext cx="419100" cy="419100"/>
          </a:xfrm>
          <a:prstGeom xmlns:a="http://schemas.openxmlformats.org/drawingml/2006/main" prst="roundRect">
            <a:avLst>
              <a:gd name="adj" fmla="val 50000"/>
            </a:avLst>
          </a:prstGeom>
          <a:solidFill xmlns:a="http://schemas.openxmlformats.org/drawingml/2006/main">
            <a:srgbClr val="FFFFFF">
              <a:alpha val="6275"/>
            </a:srgbClr>
          </a:solidFill>
          <a:ln xmlns:a="http://schemas.openxmlformats.org/drawingml/2006/main" w="19050">
            <a:solidFill>
              <a:srgbClr val="A9D8FF"/>
            </a:solidFill>
            <a:prstDash val="solid"/>
          </a:ln>
        </p:spPr>
      </p:sp>
      <p:sp>
        <p:nvSpPr>
          <p:cNvPr id="43" name="">
            <a:extLst xmlns:a="http://schemas.openxmlformats.org/drawingml/2006/main">
              <a:ext uri="{FF2B5EF4-FFF2-40B4-BE49-F238E27FC236}">
                <a16:creationId xmlns:a16="http://schemas.microsoft.com/office/drawing/2014/main" id="{F12FA2D8-A546-4A30-B9AB-300B4FA417DE}"/>
              </a:ext>
            </a:extLst>
          </p:cNvPr>
          <p:cNvSpPr>
            <a:spLocks xmlns:a="http://schemas.openxmlformats.org/drawingml/2006/main" noGrp="1"/>
          </p:cNvSpPr>
          <p:nvPr/>
        </p:nvSpPr>
        <p:spPr>
          <a:xfrm xmlns:a="http://schemas.openxmlformats.org/drawingml/2006/main">
            <a:off x="6334125" y="4781550"/>
            <a:ext cx="41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A9D8FF"/>
                </a:solidFill>
                <a:latin typeface="Chalkboard"/>
                <a:ea typeface="Chalkboard"/>
                <a:cs typeface="Chalkboard"/>
              </a:defRPr>
            </a:pPr>
            <a:r>
              <a:rPr sz="1275" b="1">
                <a:solidFill>
                  <a:srgbClr val="A9D8FF"/>
                </a:solidFill>
                <a:latin typeface="Chalkboard"/>
                <a:ea typeface="Chalkboard"/>
                <a:cs typeface="Chalkboard"/>
              </a:rPr>
              <a:t>D</a:t>
            </a:r>
          </a:p>
        </p:txBody>
      </p:sp>
      <p:sp>
        <p:nvSpPr>
          <p:cNvPr id="44" name="">
            <a:extLst xmlns:a="http://schemas.openxmlformats.org/drawingml/2006/main">
              <a:ext uri="{FF2B5EF4-FFF2-40B4-BE49-F238E27FC236}">
                <a16:creationId xmlns:a16="http://schemas.microsoft.com/office/drawing/2014/main" id="{B666082B-4EEE-44A9-8A1B-EDB6B8C1622D}"/>
              </a:ext>
            </a:extLst>
          </p:cNvPr>
          <p:cNvSpPr>
            <a:spLocks xmlns:a="http://schemas.openxmlformats.org/drawingml/2006/main" noGrp="1"/>
          </p:cNvSpPr>
          <p:nvPr/>
        </p:nvSpPr>
        <p:spPr>
          <a:xfrm xmlns:a="http://schemas.openxmlformats.org/drawingml/2006/main">
            <a:off x="6886575" y="4695825"/>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788" b="0">
                <a:solidFill>
                  <a:srgbClr val="F5F0DD"/>
                </a:solidFill>
                <a:latin typeface="Chalkboard"/>
                <a:ea typeface="Chalkboard"/>
                <a:cs typeface="Chalkboard"/>
              </a:defRPr>
            </a:pPr>
            <a:r>
              <a:rPr sz="788" b="0">
                <a:solidFill>
                  <a:srgbClr val="F5F0DD"/>
                </a:solidFill>
                <a:latin typeface="Chalkboard"/>
                <a:ea typeface="Chalkboard"/>
                <a:cs typeface="Chalkboard"/>
              </a:rPr>
              <a:t>"In his set design, van Hove deliberately uses colors that he believes pair well with the emotional tones of certain scenes."</a:t>
            </a:r>
          </a:p>
        </p:txBody>
      </p:sp>
      <p:sp>
        <p:nvSpPr>
          <p:cNvPr id="45" name="">
            <a:extLst xmlns:a="http://schemas.openxmlformats.org/drawingml/2006/main">
              <a:ext uri="{FF2B5EF4-FFF2-40B4-BE49-F238E27FC236}">
                <a16:creationId xmlns:a16="http://schemas.microsoft.com/office/drawing/2014/main" id="{09E7B129-60D1-4685-91CF-956F8432FEB5}"/>
              </a:ext>
            </a:extLst>
          </p:cNvPr>
          <p:cNvSpPr>
            <a:spLocks xmlns:a="http://schemas.openxmlformats.org/drawingml/2006/main" noGrp="1"/>
          </p:cNvSpPr>
          <p:nvPr/>
        </p:nvSpPr>
        <p:spPr>
          <a:xfrm xmlns:a="http://schemas.openxmlformats.org/drawingml/2006/main">
            <a:off x="5000625" y="585787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183B2B"/>
                </a:solidFill>
                <a:latin typeface="Chalkboard"/>
                <a:ea typeface="Chalkboard"/>
                <a:cs typeface="Chalkboard"/>
              </a:defRPr>
            </a:pPr>
            <a:r>
              <a:rPr sz="2100" b="1">
                <a:solidFill>
                  <a:srgbClr val="183B2B"/>
                </a:solidFill>
                <a:latin typeface="Chalkboard"/>
                <a:ea typeface="Chalkboard"/>
                <a:cs typeface="Chalkboard"/>
              </a:rPr>
              <a:t>Answer: A</a:t>
            </a:r>
          </a:p>
        </p:txBody>
      </p:sp>
      <p:sp>
        <p:nvSpPr>
          <p:cNvPr id="46" name="">
            <a:extLst xmlns:a="http://schemas.openxmlformats.org/drawingml/2006/main">
              <a:ext uri="{FF2B5EF4-FFF2-40B4-BE49-F238E27FC236}">
                <a16:creationId xmlns:a16="http://schemas.microsoft.com/office/drawing/2014/main" id="{23B75366-486B-40BD-A64A-4BAF8B0C5436}"/>
              </a:ext>
            </a:extLst>
          </p:cNvPr>
          <p:cNvSpPr>
            <a:spLocks xmlns:a="http://schemas.openxmlformats.org/drawingml/2006/main" noGrp="1"/>
          </p:cNvSpPr>
          <p:nvPr/>
        </p:nvSpPr>
        <p:spPr>
          <a:xfrm xmlns:a="http://schemas.openxmlformats.org/drawingml/2006/main">
            <a:off x="552450" y="6286500"/>
            <a:ext cx="838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0">
                <a:solidFill>
                  <a:srgbClr val="B8C7B4"/>
                </a:solidFill>
                <a:latin typeface="Chalkboard"/>
                <a:ea typeface="Chalkboard"/>
                <a:cs typeface="Chalkboard"/>
              </a:defRPr>
            </a:pPr>
            <a:r>
              <a:rPr sz="825" b="0">
                <a:solidFill>
                  <a:srgbClr val="B8C7B4"/>
                </a:solidFill>
                <a:latin typeface="Chalkboard"/>
                <a:ea typeface="Chalkboard"/>
                <a:cs typeface="Chalkboard"/>
              </a:rPr>
              <a:t>Adapted as a classroom summary from Khan Academy SAT Reading and Writing: Command of Evidence: Textual.</a:t>
            </a:r>
          </a:p>
        </p:txBody>
      </p:sp>
    </p:spTree>
    <p:extLst>
      <p:ext uri="{BB962C8B-B14F-4D97-AF65-F5344CB8AC3E}">
        <p14:creationId xmlns:p14="http://schemas.microsoft.com/office/powerpoint/2010/main" val="1304201658"/>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8596093-956A-42AF-8DB7-D5BAEBF77D7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83B2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71655D-A617-4843-8EE9-7AB3C890187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00000">
              <a:alpha val="0"/>
            </a:srgbClr>
          </a:solidFill>
          <a:ln xmlns:a="http://schemas.openxmlformats.org/drawingml/2006/main" w="57150">
            <a:solidFill>
              <a:srgbClr val="0A1712"/>
            </a:solidFill>
            <a:prstDash val="solid"/>
          </a:ln>
        </p:spPr>
      </p:sp>
      <p:sp>
        <p:nvSpPr>
          <p:cNvPr id="3" name="">
            <a:extLst xmlns:a="http://schemas.openxmlformats.org/drawingml/2006/main">
              <a:ext uri="{FF2B5EF4-FFF2-40B4-BE49-F238E27FC236}">
                <a16:creationId xmlns:a16="http://schemas.microsoft.com/office/drawing/2014/main" id="{6A6C83BD-3107-41CC-94E7-2617C751DE67}"/>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9ABD600-D99E-4FB9-BB43-3BFA54B4785B}"/>
              </a:ext>
            </a:extLst>
          </p:cNvPr>
          <p:cNvSpPr>
            <a:spLocks xmlns:a="http://schemas.openxmlformats.org/drawingml/2006/main" noGrp="1"/>
          </p:cNvSpPr>
          <p:nvPr/>
        </p:nvSpPr>
        <p:spPr>
          <a:xfrm xmlns:a="http://schemas.openxmlformats.org/drawingml/2006/main">
            <a:off x="0" y="6629400"/>
            <a:ext cx="12192000" cy="228600"/>
          </a:xfrm>
          <a:prstGeom xmlns:a="http://schemas.openxmlformats.org/drawingml/2006/main" prst="rect">
            <a:avLst/>
          </a:prstGeom>
          <a:solidFill xmlns:a="http://schemas.openxmlformats.org/drawingml/2006/main">
            <a:srgbClr val="0A171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DA6331F-AF10-46A2-B111-BCCE077A10A4}"/>
              </a:ext>
            </a:extLst>
          </p:cNvPr>
          <p:cNvSpPr>
            <a:spLocks xmlns:a="http://schemas.openxmlformats.org/drawingml/2006/main" noGrp="1"/>
          </p:cNvSpPr>
          <p:nvPr/>
        </p:nvSpPr>
        <p:spPr>
          <a:xfrm xmlns:a="http://schemas.openxmlformats.org/drawingml/2006/main">
            <a:off x="552450" y="5524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F72833C-0523-4391-B099-5A0462C0A95D}"/>
              </a:ext>
            </a:extLst>
          </p:cNvPr>
          <p:cNvSpPr>
            <a:spLocks xmlns:a="http://schemas.openxmlformats.org/drawingml/2006/main" noGrp="1"/>
          </p:cNvSpPr>
          <p:nvPr/>
        </p:nvSpPr>
        <p:spPr>
          <a:xfrm xmlns:a="http://schemas.openxmlformats.org/drawingml/2006/main">
            <a:off x="2200275" y="14763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E7D31AD-D7A2-412E-9201-5ED2033F7A93}"/>
              </a:ext>
            </a:extLst>
          </p:cNvPr>
          <p:cNvSpPr>
            <a:spLocks xmlns:a="http://schemas.openxmlformats.org/drawingml/2006/main" noGrp="1"/>
          </p:cNvSpPr>
          <p:nvPr/>
        </p:nvSpPr>
        <p:spPr>
          <a:xfrm xmlns:a="http://schemas.openxmlformats.org/drawingml/2006/main">
            <a:off x="3848100" y="240030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D2230CD-3DFC-4D0F-8899-76BAB49C9056}"/>
              </a:ext>
            </a:extLst>
          </p:cNvPr>
          <p:cNvSpPr>
            <a:spLocks xmlns:a="http://schemas.openxmlformats.org/drawingml/2006/main" noGrp="1"/>
          </p:cNvSpPr>
          <p:nvPr/>
        </p:nvSpPr>
        <p:spPr>
          <a:xfrm xmlns:a="http://schemas.openxmlformats.org/drawingml/2006/main">
            <a:off x="5495925" y="332422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03F824F-8BED-4A39-BDE9-E5FF1624942F}"/>
              </a:ext>
            </a:extLst>
          </p:cNvPr>
          <p:cNvSpPr>
            <a:spLocks xmlns:a="http://schemas.openxmlformats.org/drawingml/2006/main" noGrp="1"/>
          </p:cNvSpPr>
          <p:nvPr/>
        </p:nvSpPr>
        <p:spPr>
          <a:xfrm xmlns:a="http://schemas.openxmlformats.org/drawingml/2006/main">
            <a:off x="7143750" y="424815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DFDB60D-A96A-4585-818A-8E840075BA60}"/>
              </a:ext>
            </a:extLst>
          </p:cNvPr>
          <p:cNvSpPr>
            <a:spLocks xmlns:a="http://schemas.openxmlformats.org/drawingml/2006/main" noGrp="1"/>
          </p:cNvSpPr>
          <p:nvPr/>
        </p:nvSpPr>
        <p:spPr>
          <a:xfrm xmlns:a="http://schemas.openxmlformats.org/drawingml/2006/main">
            <a:off x="8791575" y="517207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61E91C4-2E36-4839-9EE2-CB9EC4A556FB}"/>
              </a:ext>
            </a:extLst>
          </p:cNvPr>
          <p:cNvSpPr>
            <a:spLocks xmlns:a="http://schemas.openxmlformats.org/drawingml/2006/main" noGrp="1"/>
          </p:cNvSpPr>
          <p:nvPr/>
        </p:nvSpPr>
        <p:spPr>
          <a:xfrm xmlns:a="http://schemas.openxmlformats.org/drawingml/2006/main">
            <a:off x="10439400" y="68580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FCC0B46-CD07-4D21-97E9-5F65447B51F9}"/>
              </a:ext>
            </a:extLst>
          </p:cNvPr>
          <p:cNvSpPr>
            <a:spLocks xmlns:a="http://schemas.openxmlformats.org/drawingml/2006/main" noGrp="1"/>
          </p:cNvSpPr>
          <p:nvPr/>
        </p:nvSpPr>
        <p:spPr>
          <a:xfrm xmlns:a="http://schemas.openxmlformats.org/drawingml/2006/main">
            <a:off x="1038225" y="160972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A3F295F-9B34-49D9-99F7-E80BC6B8E050}"/>
              </a:ext>
            </a:extLst>
          </p:cNvPr>
          <p:cNvSpPr>
            <a:spLocks xmlns:a="http://schemas.openxmlformats.org/drawingml/2006/main" noGrp="1"/>
          </p:cNvSpPr>
          <p:nvPr/>
        </p:nvSpPr>
        <p:spPr>
          <a:xfrm xmlns:a="http://schemas.openxmlformats.org/drawingml/2006/main">
            <a:off x="2686050" y="253365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A191AEF-6903-4F65-8FAF-5ECBFFCAFD0E}"/>
              </a:ext>
            </a:extLst>
          </p:cNvPr>
          <p:cNvSpPr>
            <a:spLocks xmlns:a="http://schemas.openxmlformats.org/drawingml/2006/main" noGrp="1"/>
          </p:cNvSpPr>
          <p:nvPr/>
        </p:nvSpPr>
        <p:spPr>
          <a:xfrm xmlns:a="http://schemas.openxmlformats.org/drawingml/2006/main">
            <a:off x="4333875" y="345757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88BD8F3-FBAF-4DCA-BDD4-25145A947328}"/>
              </a:ext>
            </a:extLst>
          </p:cNvPr>
          <p:cNvSpPr>
            <a:spLocks xmlns:a="http://schemas.openxmlformats.org/drawingml/2006/main" noGrp="1"/>
          </p:cNvSpPr>
          <p:nvPr/>
        </p:nvSpPr>
        <p:spPr>
          <a:xfrm xmlns:a="http://schemas.openxmlformats.org/drawingml/2006/main">
            <a:off x="5981700" y="438150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46A0272-18E4-473B-BE93-0BA215726612}"/>
              </a:ext>
            </a:extLst>
          </p:cNvPr>
          <p:cNvSpPr>
            <a:spLocks xmlns:a="http://schemas.openxmlformats.org/drawingml/2006/main" noGrp="1"/>
          </p:cNvSpPr>
          <p:nvPr/>
        </p:nvSpPr>
        <p:spPr>
          <a:xfrm xmlns:a="http://schemas.openxmlformats.org/drawingml/2006/main">
            <a:off x="7629525" y="530542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9C9AAFA-D8A7-4CCA-ABA9-FCABBB549F6C}"/>
              </a:ext>
            </a:extLst>
          </p:cNvPr>
          <p:cNvSpPr>
            <a:spLocks xmlns:a="http://schemas.openxmlformats.org/drawingml/2006/main" noGrp="1"/>
          </p:cNvSpPr>
          <p:nvPr/>
        </p:nvSpPr>
        <p:spPr>
          <a:xfrm xmlns:a="http://schemas.openxmlformats.org/drawingml/2006/main">
            <a:off x="9277350" y="819150"/>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A218DAA-7CE0-409F-9F81-349AF46A6F55}"/>
              </a:ext>
            </a:extLst>
          </p:cNvPr>
          <p:cNvSpPr>
            <a:spLocks xmlns:a="http://schemas.openxmlformats.org/drawingml/2006/main" noGrp="1"/>
          </p:cNvSpPr>
          <p:nvPr/>
        </p:nvSpPr>
        <p:spPr>
          <a:xfrm xmlns:a="http://schemas.openxmlformats.org/drawingml/2006/main">
            <a:off x="10925175" y="1743075"/>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E8D984E-0617-4641-9752-9CAFA150A79E}"/>
              </a:ext>
            </a:extLst>
          </p:cNvPr>
          <p:cNvSpPr>
            <a:spLocks xmlns:a="http://schemas.openxmlformats.org/drawingml/2006/main" noGrp="1"/>
          </p:cNvSpPr>
          <p:nvPr/>
        </p:nvSpPr>
        <p:spPr>
          <a:xfrm xmlns:a="http://schemas.openxmlformats.org/drawingml/2006/main">
            <a:off x="1524000" y="2667000"/>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99A07F3-A5F2-4724-940F-E0A14843653F}"/>
              </a:ext>
            </a:extLst>
          </p:cNvPr>
          <p:cNvSpPr>
            <a:spLocks xmlns:a="http://schemas.openxmlformats.org/drawingml/2006/main" noGrp="1"/>
          </p:cNvSpPr>
          <p:nvPr/>
        </p:nvSpPr>
        <p:spPr>
          <a:xfrm xmlns:a="http://schemas.openxmlformats.org/drawingml/2006/main">
            <a:off x="3171825" y="3590925"/>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FF3B5A6-A3CB-4C63-9419-3E3C67C43950}"/>
              </a:ext>
            </a:extLst>
          </p:cNvPr>
          <p:cNvSpPr>
            <a:spLocks xmlns:a="http://schemas.openxmlformats.org/drawingml/2006/main" noGrp="1"/>
          </p:cNvSpPr>
          <p:nvPr/>
        </p:nvSpPr>
        <p:spPr>
          <a:xfrm xmlns:a="http://schemas.openxmlformats.org/drawingml/2006/main">
            <a:off x="4819650" y="4514850"/>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C4B7E6B-098C-4FCB-9614-9BDAC3B2225A}"/>
              </a:ext>
            </a:extLst>
          </p:cNvPr>
          <p:cNvSpPr>
            <a:spLocks xmlns:a="http://schemas.openxmlformats.org/drawingml/2006/main" noGrp="1"/>
          </p:cNvSpPr>
          <p:nvPr/>
        </p:nvSpPr>
        <p:spPr>
          <a:xfrm xmlns:a="http://schemas.openxmlformats.org/drawingml/2006/main">
            <a:off x="6467475" y="5438775"/>
            <a:ext cx="3810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16ED35B-71A6-4FC6-BEB0-12595575ACDE}"/>
              </a:ext>
            </a:extLst>
          </p:cNvPr>
          <p:cNvSpPr>
            <a:spLocks xmlns:a="http://schemas.openxmlformats.org/drawingml/2006/main" noGrp="1"/>
          </p:cNvSpPr>
          <p:nvPr/>
        </p:nvSpPr>
        <p:spPr>
          <a:xfrm xmlns:a="http://schemas.openxmlformats.org/drawingml/2006/main">
            <a:off x="8115300" y="952500"/>
            <a:ext cx="4762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64BD5BC-3DC0-4E2F-90AD-7F0D1D9CD7D7}"/>
              </a:ext>
            </a:extLst>
          </p:cNvPr>
          <p:cNvSpPr>
            <a:spLocks xmlns:a="http://schemas.openxmlformats.org/drawingml/2006/main" noGrp="1"/>
          </p:cNvSpPr>
          <p:nvPr/>
        </p:nvSpPr>
        <p:spPr>
          <a:xfrm xmlns:a="http://schemas.openxmlformats.org/drawingml/2006/main">
            <a:off x="9763125" y="1876425"/>
            <a:ext cx="571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510C5C47-39C0-459B-AA00-A53889D733C4}"/>
              </a:ext>
            </a:extLst>
          </p:cNvPr>
          <p:cNvSpPr>
            <a:spLocks xmlns:a="http://schemas.openxmlformats.org/drawingml/2006/main" noGrp="1"/>
          </p:cNvSpPr>
          <p:nvPr/>
        </p:nvSpPr>
        <p:spPr>
          <a:xfrm xmlns:a="http://schemas.openxmlformats.org/drawingml/2006/main">
            <a:off x="11410950" y="2800350"/>
            <a:ext cx="19050"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BC34EAA-0A9F-431A-AB2A-6453BC2B69A8}"/>
              </a:ext>
            </a:extLst>
          </p:cNvPr>
          <p:cNvSpPr>
            <a:spLocks xmlns:a="http://schemas.openxmlformats.org/drawingml/2006/main" noGrp="1"/>
          </p:cNvSpPr>
          <p:nvPr/>
        </p:nvSpPr>
        <p:spPr>
          <a:xfrm xmlns:a="http://schemas.openxmlformats.org/drawingml/2006/main">
            <a:off x="2009775" y="3724275"/>
            <a:ext cx="28575" cy="9525"/>
          </a:xfrm>
          <a:prstGeom xmlns:a="http://schemas.openxmlformats.org/drawingml/2006/main" prst="rect">
            <a:avLst/>
          </a:prstGeom>
          <a:solidFill xmlns:a="http://schemas.openxmlformats.org/drawingml/2006/main">
            <a:srgbClr val="FFFFFF">
              <a:alpha val="13333"/>
            </a:srgbClr>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F967B607-A078-48F1-9C0E-51E976775002}"/>
              </a:ext>
            </a:extLst>
          </p:cNvPr>
          <p:cNvSpPr>
            <a:spLocks xmlns:a="http://schemas.openxmlformats.org/drawingml/2006/main" noGrp="1"/>
          </p:cNvSpPr>
          <p:nvPr/>
        </p:nvSpPr>
        <p:spPr>
          <a:xfrm xmlns:a="http://schemas.openxmlformats.org/drawingml/2006/main">
            <a:off x="552450" y="4000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D9DFC8"/>
                </a:solidFill>
                <a:latin typeface="Chalkboard"/>
                <a:ea typeface="Chalkboard"/>
                <a:cs typeface="Chalkboard"/>
              </a:defRPr>
            </a:pPr>
            <a:r>
              <a:rPr sz="1125" b="1">
                <a:solidFill>
                  <a:srgbClr val="D9DFC8"/>
                </a:solidFill>
                <a:latin typeface="Chalkboard"/>
                <a:ea typeface="Chalkboard"/>
                <a:cs typeface="Chalkboard"/>
              </a:rPr>
              <a:t>COMMAND OF EVIDENCE</a:t>
            </a:r>
          </a:p>
        </p:txBody>
      </p:sp>
      <p:sp>
        <p:nvSpPr>
          <p:cNvPr id="28" name="">
            <a:extLst xmlns:a="http://schemas.openxmlformats.org/drawingml/2006/main">
              <a:ext uri="{FF2B5EF4-FFF2-40B4-BE49-F238E27FC236}">
                <a16:creationId xmlns:a16="http://schemas.microsoft.com/office/drawing/2014/main" id="{6F58627E-2557-4516-8605-DCB9E5D73EDE}"/>
              </a:ext>
            </a:extLst>
          </p:cNvPr>
          <p:cNvSpPr>
            <a:spLocks xmlns:a="http://schemas.openxmlformats.org/drawingml/2006/main" noGrp="1"/>
          </p:cNvSpPr>
          <p:nvPr/>
        </p:nvSpPr>
        <p:spPr>
          <a:xfrm xmlns:a="http://schemas.openxmlformats.org/drawingml/2006/main">
            <a:off x="11001375" y="6191250"/>
            <a:ext cx="60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r">
              <a:defRPr sz="1650" b="1">
                <a:solidFill>
                  <a:srgbClr val="D9DFC8"/>
                </a:solidFill>
                <a:latin typeface="Chalkboard"/>
                <a:ea typeface="Chalkboard"/>
                <a:cs typeface="Chalkboard"/>
              </a:defRPr>
            </a:pPr>
            <a:r>
              <a:rPr sz="1650" b="1">
                <a:solidFill>
                  <a:srgbClr val="D9DFC8"/>
                </a:solidFill>
                <a:latin typeface="Chalkboard"/>
                <a:ea typeface="Chalkboard"/>
                <a:cs typeface="Chalkboard"/>
              </a:rPr>
              <a:t>21</a:t>
            </a:r>
          </a:p>
        </p:txBody>
      </p:sp>
      <p:sp>
        <p:nvSpPr>
          <p:cNvPr id="29" name="">
            <a:extLst xmlns:a="http://schemas.openxmlformats.org/drawingml/2006/main">
              <a:ext uri="{FF2B5EF4-FFF2-40B4-BE49-F238E27FC236}">
                <a16:creationId xmlns:a16="http://schemas.microsoft.com/office/drawing/2014/main" id="{AD462C0C-4D06-49E8-AB91-A73CBB80EAB2}"/>
              </a:ext>
            </a:extLst>
          </p:cNvPr>
          <p:cNvSpPr>
            <a:spLocks xmlns:a="http://schemas.openxmlformats.org/drawingml/2006/main" noGrp="1"/>
          </p:cNvSpPr>
          <p:nvPr/>
        </p:nvSpPr>
        <p:spPr>
          <a:xfrm xmlns:a="http://schemas.openxmlformats.org/drawingml/2006/main">
            <a:off x="685800" y="904875"/>
            <a:ext cx="8382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4050" b="1">
                <a:solidFill>
                  <a:srgbClr val="F5F0DD"/>
                </a:solidFill>
                <a:latin typeface="Chalkboard"/>
                <a:ea typeface="Chalkboard"/>
                <a:cs typeface="Chalkboard"/>
              </a:defRPr>
            </a:pPr>
            <a:r>
              <a:rPr sz="4050" b="1">
                <a:solidFill>
                  <a:srgbClr val="F5F0DD"/>
                </a:solidFill>
                <a:latin typeface="Chalkboard"/>
                <a:ea typeface="Chalkboard"/>
                <a:cs typeface="Chalkboard"/>
              </a:rPr>
              <a:t>Final Blackboard Checklist</a:t>
            </a:r>
          </a:p>
        </p:txBody>
      </p:sp>
      <p:sp>
        <p:nvSpPr>
          <p:cNvPr id="30" name="">
            <a:extLst xmlns:a="http://schemas.openxmlformats.org/drawingml/2006/main">
              <a:ext uri="{FF2B5EF4-FFF2-40B4-BE49-F238E27FC236}">
                <a16:creationId xmlns:a16="http://schemas.microsoft.com/office/drawing/2014/main" id="{EA927691-DFC5-4E71-8D0E-801E00347716}"/>
              </a:ext>
            </a:extLst>
          </p:cNvPr>
          <p:cNvSpPr>
            <a:spLocks xmlns:a="http://schemas.openxmlformats.org/drawingml/2006/main" noGrp="1"/>
          </p:cNvSpPr>
          <p:nvPr/>
        </p:nvSpPr>
        <p:spPr>
          <a:xfrm xmlns:a="http://schemas.openxmlformats.org/drawingml/2006/main">
            <a:off x="704850" y="2176463"/>
            <a:ext cx="9105900" cy="28575"/>
          </a:xfrm>
          <a:prstGeom xmlns:a="http://schemas.openxmlformats.org/drawingml/2006/main" prst="rect">
            <a:avLst/>
          </a:prstGeom>
          <a:solidFill xmlns:a="http://schemas.openxmlformats.org/drawingml/2006/main">
            <a:srgbClr val="F2D46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9B014C74-7879-41E5-877C-10388D93FF70}"/>
              </a:ext>
            </a:extLst>
          </p:cNvPr>
          <p:cNvSpPr>
            <a:spLocks xmlns:a="http://schemas.openxmlformats.org/drawingml/2006/main" noGrp="1"/>
          </p:cNvSpPr>
          <p:nvPr/>
        </p:nvSpPr>
        <p:spPr>
          <a:xfrm xmlns:a="http://schemas.openxmlformats.org/drawingml/2006/main">
            <a:off x="723900" y="2419350"/>
            <a:ext cx="857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D9DFC8"/>
                </a:solidFill>
                <a:latin typeface="Chalkboard"/>
                <a:ea typeface="Chalkboard"/>
                <a:cs typeface="Chalkboard"/>
              </a:defRPr>
            </a:pPr>
            <a:r>
              <a:rPr sz="1800" b="0">
                <a:solidFill>
                  <a:srgbClr val="D9DFC8"/>
                </a:solidFill>
                <a:latin typeface="Chalkboard"/>
                <a:ea typeface="Chalkboard"/>
                <a:cs typeface="Chalkboard"/>
              </a:rPr>
              <a:t>Use this on every Command of Evidence: Textual question.</a:t>
            </a:r>
          </a:p>
        </p:txBody>
      </p:sp>
      <p:sp>
        <p:nvSpPr>
          <p:cNvPr id="32" name="">
            <a:extLst xmlns:a="http://schemas.openxmlformats.org/drawingml/2006/main">
              <a:ext uri="{FF2B5EF4-FFF2-40B4-BE49-F238E27FC236}">
                <a16:creationId xmlns:a16="http://schemas.microsoft.com/office/drawing/2014/main" id="{7E365E4A-E46D-443B-ACDA-5A301D829E80}"/>
              </a:ext>
            </a:extLst>
          </p:cNvPr>
          <p:cNvSpPr>
            <a:spLocks xmlns:a="http://schemas.openxmlformats.org/drawingml/2006/main" noGrp="1"/>
          </p:cNvSpPr>
          <p:nvPr/>
        </p:nvSpPr>
        <p:spPr>
          <a:xfrm xmlns:a="http://schemas.openxmlformats.org/drawingml/2006/main">
            <a:off x="1428750" y="2838450"/>
            <a:ext cx="20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F2D46B"/>
                </a:solidFill>
                <a:latin typeface="Chalkboard"/>
                <a:ea typeface="Chalkboard"/>
                <a:cs typeface="Chalkboard"/>
              </a:defRPr>
            </a:pPr>
            <a:r>
              <a:rPr sz="2250" b="1">
                <a:solidFill>
                  <a:srgbClr val="F2D46B"/>
                </a:solidFill>
                <a:latin typeface="Chalkboard"/>
                <a:ea typeface="Chalkboard"/>
                <a:cs typeface="Chalkboard"/>
              </a:rPr>
              <a:t>•</a:t>
            </a:r>
          </a:p>
        </p:txBody>
      </p:sp>
      <p:sp>
        <p:nvSpPr>
          <p:cNvPr id="33" name="">
            <a:extLst xmlns:a="http://schemas.openxmlformats.org/drawingml/2006/main">
              <a:ext uri="{FF2B5EF4-FFF2-40B4-BE49-F238E27FC236}">
                <a16:creationId xmlns:a16="http://schemas.microsoft.com/office/drawing/2014/main" id="{5405521C-FC0B-4069-9DB1-712034FACEF5}"/>
              </a:ext>
            </a:extLst>
          </p:cNvPr>
          <p:cNvSpPr>
            <a:spLocks xmlns:a="http://schemas.openxmlformats.org/drawingml/2006/main" noGrp="1"/>
          </p:cNvSpPr>
          <p:nvPr/>
        </p:nvSpPr>
        <p:spPr>
          <a:xfrm xmlns:a="http://schemas.openxmlformats.org/drawingml/2006/main">
            <a:off x="1733550" y="2857500"/>
            <a:ext cx="8001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00" b="0">
                <a:solidFill>
                  <a:srgbClr val="F5F0DD"/>
                </a:solidFill>
                <a:latin typeface="Chalkboard"/>
                <a:ea typeface="Chalkboard"/>
                <a:cs typeface="Chalkboard"/>
              </a:defRPr>
            </a:pPr>
            <a:r>
              <a:rPr sz="2100" b="0">
                <a:solidFill>
                  <a:srgbClr val="F5F0DD"/>
                </a:solidFill>
                <a:latin typeface="Chalkboard"/>
                <a:ea typeface="Chalkboard"/>
                <a:cs typeface="Chalkboard"/>
              </a:rPr>
              <a:t>What exactly is the claim?</a:t>
            </a:r>
          </a:p>
        </p:txBody>
      </p:sp>
      <p:sp>
        <p:nvSpPr>
          <p:cNvPr id="34" name="">
            <a:extLst xmlns:a="http://schemas.openxmlformats.org/drawingml/2006/main">
              <a:ext uri="{FF2B5EF4-FFF2-40B4-BE49-F238E27FC236}">
                <a16:creationId xmlns:a16="http://schemas.microsoft.com/office/drawing/2014/main" id="{0E1CD895-3390-4DBA-B439-A7AB8D3F189A}"/>
              </a:ext>
            </a:extLst>
          </p:cNvPr>
          <p:cNvSpPr>
            <a:spLocks xmlns:a="http://schemas.openxmlformats.org/drawingml/2006/main" noGrp="1"/>
          </p:cNvSpPr>
          <p:nvPr/>
        </p:nvSpPr>
        <p:spPr>
          <a:xfrm xmlns:a="http://schemas.openxmlformats.org/drawingml/2006/main">
            <a:off x="1428750" y="3505200"/>
            <a:ext cx="20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9FE3B4"/>
                </a:solidFill>
                <a:latin typeface="Chalkboard"/>
                <a:ea typeface="Chalkboard"/>
                <a:cs typeface="Chalkboard"/>
              </a:defRPr>
            </a:pPr>
            <a:r>
              <a:rPr sz="2250" b="1">
                <a:solidFill>
                  <a:srgbClr val="9FE3B4"/>
                </a:solidFill>
                <a:latin typeface="Chalkboard"/>
                <a:ea typeface="Chalkboard"/>
                <a:cs typeface="Chalkboard"/>
              </a:rPr>
              <a:t>•</a:t>
            </a:r>
          </a:p>
        </p:txBody>
      </p:sp>
      <p:sp>
        <p:nvSpPr>
          <p:cNvPr id="35" name="">
            <a:extLst xmlns:a="http://schemas.openxmlformats.org/drawingml/2006/main">
              <a:ext uri="{FF2B5EF4-FFF2-40B4-BE49-F238E27FC236}">
                <a16:creationId xmlns:a16="http://schemas.microsoft.com/office/drawing/2014/main" id="{2C127141-A517-4C72-AF1A-1C62253C67EA}"/>
              </a:ext>
            </a:extLst>
          </p:cNvPr>
          <p:cNvSpPr>
            <a:spLocks xmlns:a="http://schemas.openxmlformats.org/drawingml/2006/main" noGrp="1"/>
          </p:cNvSpPr>
          <p:nvPr/>
        </p:nvSpPr>
        <p:spPr>
          <a:xfrm xmlns:a="http://schemas.openxmlformats.org/drawingml/2006/main">
            <a:off x="1733550" y="3524250"/>
            <a:ext cx="8001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00" b="0">
                <a:solidFill>
                  <a:srgbClr val="F5F0DD"/>
                </a:solidFill>
                <a:latin typeface="Chalkboard"/>
                <a:ea typeface="Chalkboard"/>
                <a:cs typeface="Chalkboard"/>
              </a:defRPr>
            </a:pPr>
            <a:r>
              <a:rPr sz="2100" b="0">
                <a:solidFill>
                  <a:srgbClr val="F5F0DD"/>
                </a:solidFill>
                <a:latin typeface="Chalkboard"/>
                <a:ea typeface="Chalkboard"/>
                <a:cs typeface="Chalkboard"/>
              </a:rPr>
              <a:t>Can I rewrite it in 5-8 plain words?</a:t>
            </a:r>
          </a:p>
        </p:txBody>
      </p:sp>
      <p:sp>
        <p:nvSpPr>
          <p:cNvPr id="36" name="">
            <a:extLst xmlns:a="http://schemas.openxmlformats.org/drawingml/2006/main">
              <a:ext uri="{FF2B5EF4-FFF2-40B4-BE49-F238E27FC236}">
                <a16:creationId xmlns:a16="http://schemas.microsoft.com/office/drawing/2014/main" id="{4CDCA6D4-1F95-467C-84C5-0274DC772FF6}"/>
              </a:ext>
            </a:extLst>
          </p:cNvPr>
          <p:cNvSpPr>
            <a:spLocks xmlns:a="http://schemas.openxmlformats.org/drawingml/2006/main" noGrp="1"/>
          </p:cNvSpPr>
          <p:nvPr/>
        </p:nvSpPr>
        <p:spPr>
          <a:xfrm xmlns:a="http://schemas.openxmlformats.org/drawingml/2006/main">
            <a:off x="1428750" y="4171950"/>
            <a:ext cx="20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A9D8FF"/>
                </a:solidFill>
                <a:latin typeface="Chalkboard"/>
                <a:ea typeface="Chalkboard"/>
                <a:cs typeface="Chalkboard"/>
              </a:defRPr>
            </a:pPr>
            <a:r>
              <a:rPr sz="2250" b="1">
                <a:solidFill>
                  <a:srgbClr val="A9D8FF"/>
                </a:solidFill>
                <a:latin typeface="Chalkboard"/>
                <a:ea typeface="Chalkboard"/>
                <a:cs typeface="Chalkboard"/>
              </a:rPr>
              <a:t>•</a:t>
            </a:r>
          </a:p>
        </p:txBody>
      </p:sp>
      <p:sp>
        <p:nvSpPr>
          <p:cNvPr id="37" name="">
            <a:extLst xmlns:a="http://schemas.openxmlformats.org/drawingml/2006/main">
              <a:ext uri="{FF2B5EF4-FFF2-40B4-BE49-F238E27FC236}">
                <a16:creationId xmlns:a16="http://schemas.microsoft.com/office/drawing/2014/main" id="{C2C9AB2B-78B6-46F7-8444-9E3274A952BD}"/>
              </a:ext>
            </a:extLst>
          </p:cNvPr>
          <p:cNvSpPr>
            <a:spLocks xmlns:a="http://schemas.openxmlformats.org/drawingml/2006/main" noGrp="1"/>
          </p:cNvSpPr>
          <p:nvPr/>
        </p:nvSpPr>
        <p:spPr>
          <a:xfrm xmlns:a="http://schemas.openxmlformats.org/drawingml/2006/main">
            <a:off x="1733550" y="4191000"/>
            <a:ext cx="8001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00" b="0">
                <a:solidFill>
                  <a:srgbClr val="F5F0DD"/>
                </a:solidFill>
                <a:latin typeface="Chalkboard"/>
                <a:ea typeface="Chalkboard"/>
                <a:cs typeface="Chalkboard"/>
              </a:defRPr>
            </a:pPr>
            <a:r>
              <a:rPr sz="2100" b="0">
                <a:solidFill>
                  <a:srgbClr val="F5F0DD"/>
                </a:solidFill>
                <a:latin typeface="Chalkboard"/>
                <a:ea typeface="Chalkboard"/>
                <a:cs typeface="Chalkboard"/>
              </a:rPr>
              <a:t>Which choice proves the whole claim directly?</a:t>
            </a:r>
          </a:p>
        </p:txBody>
      </p:sp>
      <p:sp>
        <p:nvSpPr>
          <p:cNvPr id="38" name="">
            <a:extLst xmlns:a="http://schemas.openxmlformats.org/drawingml/2006/main">
              <a:ext uri="{FF2B5EF4-FFF2-40B4-BE49-F238E27FC236}">
                <a16:creationId xmlns:a16="http://schemas.microsoft.com/office/drawing/2014/main" id="{88A2EEAB-05CF-4DB1-ACC1-9A52020CFFB0}"/>
              </a:ext>
            </a:extLst>
          </p:cNvPr>
          <p:cNvSpPr>
            <a:spLocks xmlns:a="http://schemas.openxmlformats.org/drawingml/2006/main" noGrp="1"/>
          </p:cNvSpPr>
          <p:nvPr/>
        </p:nvSpPr>
        <p:spPr>
          <a:xfrm xmlns:a="http://schemas.openxmlformats.org/drawingml/2006/main">
            <a:off x="1428750" y="4838700"/>
            <a:ext cx="20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F29B91"/>
                </a:solidFill>
                <a:latin typeface="Chalkboard"/>
                <a:ea typeface="Chalkboard"/>
                <a:cs typeface="Chalkboard"/>
              </a:defRPr>
            </a:pPr>
            <a:r>
              <a:rPr sz="2250" b="1">
                <a:solidFill>
                  <a:srgbClr val="F29B91"/>
                </a:solidFill>
                <a:latin typeface="Chalkboard"/>
                <a:ea typeface="Chalkboard"/>
                <a:cs typeface="Chalkboard"/>
              </a:rPr>
              <a:t>•</a:t>
            </a:r>
          </a:p>
        </p:txBody>
      </p:sp>
      <p:sp>
        <p:nvSpPr>
          <p:cNvPr id="39" name="">
            <a:extLst xmlns:a="http://schemas.openxmlformats.org/drawingml/2006/main">
              <a:ext uri="{FF2B5EF4-FFF2-40B4-BE49-F238E27FC236}">
                <a16:creationId xmlns:a16="http://schemas.microsoft.com/office/drawing/2014/main" id="{2DD346AB-63E6-40D1-A7C3-02876CE2FA65}"/>
              </a:ext>
            </a:extLst>
          </p:cNvPr>
          <p:cNvSpPr>
            <a:spLocks xmlns:a="http://schemas.openxmlformats.org/drawingml/2006/main" noGrp="1"/>
          </p:cNvSpPr>
          <p:nvPr/>
        </p:nvSpPr>
        <p:spPr>
          <a:xfrm xmlns:a="http://schemas.openxmlformats.org/drawingml/2006/main">
            <a:off x="1733550" y="4857750"/>
            <a:ext cx="8001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2100" b="0">
                <a:solidFill>
                  <a:srgbClr val="F5F0DD"/>
                </a:solidFill>
                <a:latin typeface="Chalkboard"/>
                <a:ea typeface="Chalkboard"/>
                <a:cs typeface="Chalkboard"/>
              </a:defRPr>
            </a:pPr>
            <a:r>
              <a:rPr sz="2100" b="0">
                <a:solidFill>
                  <a:srgbClr val="F5F0DD"/>
                </a:solidFill>
                <a:latin typeface="Chalkboard"/>
                <a:ea typeface="Chalkboard"/>
                <a:cs typeface="Chalkboard"/>
              </a:rPr>
              <a:t>Did the question ask for support or challenge?</a:t>
            </a:r>
          </a:p>
        </p:txBody>
      </p:sp>
      <p:sp>
        <p:nvSpPr>
          <p:cNvPr id="40" name="">
            <a:extLst xmlns:a="http://schemas.openxmlformats.org/drawingml/2006/main">
              <a:ext uri="{FF2B5EF4-FFF2-40B4-BE49-F238E27FC236}">
                <a16:creationId xmlns:a16="http://schemas.microsoft.com/office/drawing/2014/main" id="{A6E30B5C-9B97-47FD-8D67-827FF51FC33A}"/>
              </a:ext>
            </a:extLst>
          </p:cNvPr>
          <p:cNvSpPr>
            <a:spLocks xmlns:a="http://schemas.openxmlformats.org/drawingml/2006/main" noGrp="1"/>
          </p:cNvSpPr>
          <p:nvPr/>
        </p:nvSpPr>
        <p:spPr>
          <a:xfrm xmlns:a="http://schemas.openxmlformats.org/drawingml/2006/main">
            <a:off x="6762750" y="3714750"/>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ctr">
              <a:defRPr sz="3150" b="1">
                <a:solidFill>
                  <a:srgbClr val="F5F0DD"/>
                </a:solidFill>
                <a:latin typeface="Chalkboard"/>
                <a:ea typeface="Chalkboard"/>
                <a:cs typeface="Chalkboard"/>
              </a:defRPr>
            </a:pPr>
            <a:r>
              <a:rPr sz="3150" b="1">
                <a:solidFill>
                  <a:srgbClr val="F5F0DD"/>
                </a:solidFill>
                <a:latin typeface="Chalkboard"/>
                <a:ea typeface="Chalkboard"/>
                <a:cs typeface="Chalkboard"/>
              </a:rPr>
              <a:t>Strict match wins.</a:t>
            </a:r>
          </a:p>
        </p:txBody>
      </p:sp>
      <p:sp>
        <p:nvSpPr>
          <p:cNvPr id="41" name="">
            <a:extLst xmlns:a="http://schemas.openxmlformats.org/drawingml/2006/main">
              <a:ext uri="{FF2B5EF4-FFF2-40B4-BE49-F238E27FC236}">
                <a16:creationId xmlns:a16="http://schemas.microsoft.com/office/drawing/2014/main" id="{30D93EF4-96E6-472A-9804-65C47959DCE2}"/>
              </a:ext>
            </a:extLst>
          </p:cNvPr>
          <p:cNvSpPr>
            <a:spLocks xmlns:a="http://schemas.openxmlformats.org/drawingml/2006/main" noGrp="1"/>
          </p:cNvSpPr>
          <p:nvPr/>
        </p:nvSpPr>
        <p:spPr>
          <a:xfrm xmlns:a="http://schemas.openxmlformats.org/drawingml/2006/main">
            <a:off x="552450" y="6286500"/>
            <a:ext cx="838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defRPr sz="825" b="0">
                <a:solidFill>
                  <a:srgbClr val="B8C7B4"/>
                </a:solidFill>
                <a:latin typeface="Chalkboard"/>
                <a:ea typeface="Chalkboard"/>
                <a:cs typeface="Chalkboard"/>
              </a:defRPr>
            </a:pPr>
            <a:r>
              <a:rPr sz="825" b="0">
                <a:solidFill>
                  <a:srgbClr val="B8C7B4"/>
                </a:solidFill>
                <a:latin typeface="Chalkboard"/>
                <a:ea typeface="Chalkboard"/>
                <a:cs typeface="Chalkboard"/>
              </a:rPr>
              <a:t>Adapted as a classroom summary from Khan Academy SAT Reading and Writing: Command of Evidence: Textual.</a:t>
            </a:r>
          </a:p>
        </p:txBody>
      </p:sp>
    </p:spTree>
    <p:extLst>
      <p:ext uri="{BB962C8B-B14F-4D97-AF65-F5344CB8AC3E}">
        <p14:creationId xmlns:p14="http://schemas.microsoft.com/office/powerpoint/2010/main" val="17175239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2026-05-30T16:47:53.6850000Z</dcterms:created>
  <dcterms:modified xsi:type="dcterms:W3CDTF">2026-05-30T16:47:53.6850000Z</dcterms:modified>
</coreProperties>
</file>